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03120"/>
            <a:ext cx="10698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ĐỀ XUẤT CHI PHÍ PHÁT TRIỂN - 4 THÁNG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731520" y="306324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/ Sổ Chủ Nhiệm Số + TVC360 - đội phát triển 3.3 FTE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731520" y="365760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phương án phân chia chi phí cho giai đoạn build &amp; pilot - trình TVC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PHẠM VI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 vận hành 4 tháng - build, test, pilot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536192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37360"/>
          <a:ext cx="109728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194560"/>
                <a:gridCol w="2194560"/>
                <a:gridCol w="2194560"/>
                <a:gridCol w="219456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Vai trò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Nhân sự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Allocation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Lương FTE (VND/tháng)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Chi phí/tháng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Backend / Fullstack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Bình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100%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55 000 000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55 000 000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Backend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Phiên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100%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40 000 000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40 000 000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QA / Tester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Lan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100%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25 000 000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25 000 000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PM / PO / BA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(PM)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30%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30 000 000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9 000 000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TỔNG NHÂN SỰ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B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B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3.3 FTE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B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B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129 000 000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BF1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466344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Deliverables 4 tháng: hoàn thiện ecosystem (SCN + Studio + Portal), pilot 3-5 trường thật, bank nội dung theo YCCĐ, quy trình duyệt 2 lớp, báo cáo DPIA/bảo mật.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CHI PHÍ 4 THÁNG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Tổng burn rate - minh bạch từng khoản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536192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37360"/>
          <a:ext cx="109728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  <a:gridCol w="274320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Khoản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Tháng (VND)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 tháng (VND)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Ghi chú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Nhân sự (3.3 FTE)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129 000 000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516 000 000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Theo bảng trên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Supabase Pro + compute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~1 500 000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6 000 000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DB + Auth + Storage + Realtime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Vercel Pro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~600 000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2 400 000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Hosting + auto-deploy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AI API (Gemini/OpenAI)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~4 000 000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16 000 000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Sinh câu hỏi/KHBĐ; co gate kiểm soát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Domain + Email (Resend) + tools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~1 000 000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4 000 000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Domain, email PH, monitoring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TỔNG / THÁNG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136 100 000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TỔNG 4 THÁNG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B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B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544 400 000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B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~545 triệu VND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BF1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630936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Chưa gồm contingency 10% (~54M) cho phát sinh pilot - đề xuất ghi trong điều khoản, chỉ dùng khi có xác nhận 2 bên.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BỐI CẢNH DEAL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Tại sao giai đoạn đầu cần cơ chế chi phí riêng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536192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3736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Deal hiện tại: TVC 70% - sản phẩm 30% doanh thu trong 2 năm đầu; sau đó 10% cổ phần + chức danh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Giai đoạn 4 tháng đầu: doanh thu ≈ 0 (pilot free) nhưng burn rate ~136M/tháng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Nếu 30% doanh thu là nguồn thu duy nhất của bên phát triển → bên phát triển tài trợ 100% rủi ro build, trong khi upside lớn (70%) thuộc bên bán hàng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Best practice trong co-development/JV: bên thương mại hóa (giữ % doanh thu cao hơn) co-fund phần lớn chi phí build - đây là cách cân bằng rủi ro chuẩn, không phải ưu ái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[object Object]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Tham chiếu: cost-sharing/co-funding trong product partnerships thường 40-60% chi phí build cho bên sales-led khi họ giữ majority revenue share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Cơ chế recoupable advance (ứng trước khấu trừ vào royalty) là chuẩn trong publishing/licensing tech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PHƯƠNG ÁN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Đồng đầu tư (co-funding 50%) - tăng commitment 2 chiều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536192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3736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TVC hỗ trợ 50% chi phí vận hành team trong 4 tháng: ~68M/tháng, tổng ~272M VND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Bên phát triển gánh 50% còn lại (~272M) - đóng góp dạng sweat equity, không hoàn lại cho TVC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Best practice: cost-sharing 50% trong build phase khi đối tác sales giữ 70% doanh thu - mỗi bên cùng có 'skin in the game'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Giải ngân theo milestone hàng tháng (M1-M4) gắn deliverables rõ ràng - TVC có quyền kiểm soát tiến độ: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[object Object]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M1: core modules hoàn thiện + admin/phân quyền | M2: bank câu hỏi + export + duyệt 2 lớp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M3: pilot prep (data, hướng dẫn, checklist) | M4: pilot trường thật + báo cáo chuyên gia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 share 70-30 giữ nguyên - phần 50% của TVC là co-investment, KHÔNG khấu trừ vào doanh thu sau này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40080" y="630936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Ưu điểm: TVC chỉ bỏ ~272M cho 4 tháng - thấp hơn nhiều so với thuê dev shop; đổi lại commitment + kiểm soát milestone.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PHƯƠNG ÁN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TVC nuôi quân ngay - khấu trừ khi 30% đủ cover (recoupable advance)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536192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3736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TVC chi trả toàn bộ ~136M/tháng (tổng ~545M / 4 tháng) dạng ỨNG TRƯỚC (advance), không lãi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Cơ chế hoàn: khi doanh thu đủ lớn để 30% của bên phát triển ≥ chi phí team hàng tháng, phần DƯ khấu trừ dần khoản advance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[object Object]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VD: tháng doanh thu 500M → 30% = 150M &gt; 136M payroll → 14M dư trừ vào advance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Không bao giờ clawback tiền mặt từ bên phát triển - chỉ trừ từ phần share tương lai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Best practice: đây là 'recoupable advance against royalty' - chuẩn trong licensing/publishing tech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Nếu dự án dừng trước khi có doanh thu: advance không hoàn (rủi ro TVC chịu như nhà đầu tư commercialization), sản phẩm/IP về bên phát triển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40080" y="630936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Ưu điểm: team an toàn 100%; TVC thu hồi toàn bộ khi sản phẩm có doanh thu - rủi ro nằm ở timing, không mất vốn nếu thành công.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 SÁNH &amp; ĐỀ XUẤT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phương án đặt cạnh nhau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536192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37360"/>
          <a:ext cx="1097280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3657600"/>
                <a:gridCol w="365760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Tiêu chí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 1 - Co-funding 50%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 2 - Recoupable advance 100%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TVC bỏ ra 4 tháng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~272M (không hoàn)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~545M (hoàn dần từ doanh thu)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Rủi ro TVC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Thấp - số tiền nhỏ, mất tối đa 272M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Trung bình - mất tối đa 545M nếu dự án dừng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Rủi ro bên dev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Vẫn gánh ~272M burn + cơ hội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Gần như 0 trong giai đoạn build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Commitment thể hiện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Cao - 2 bên cùng bỏ tiền thật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Cao - TVC all-in vận hành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Khi thành công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TVC tiết kiệm được (không phải hoàn)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TVC thu hồi toàn bộ advance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Phù hợp khi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TVC muốn rủi ro thấp + test độ tin cậy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TVC tin sản phẩm + muốn giữ chân team chất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630936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Đề xuất thương lượng: mở PA2 làm anchor (chuẩn licensing), nhận PA1 làm điểm chốt win-win tối thiểu.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ĐIỀU KHOẢN BẮT BUỘC KÈM THEO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Bất kể chọn phương án nào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536192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3736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Clock 24 tháng 70-30 chỉ đếm từ khách trả phí đầu tiên - thời gian pilot free KHÔNG tính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Pilot free giới hạn ~6 tháng hoặc N trường → sau đó bắt buộc roadmap thu phí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Cổ phần 10% vesting ngay từ khi ký (vest theo 2-3 năm), ghi rõ entity + anti-dilution - không phải hứa sau 2 năm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IP codebase thuộc bên phát triển; TVC nhận license sử dụng trong phạm vi dự án; terminate → IP giữ nguyên, hợp đồng khách đang chạy vẫn chia % đến hết kỳ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Báo cáo doanh thu hàng tháng + audit rights; chi phí infra trừ khỏi gross trước khi chia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Milestone/deliverables 2 chiều: dev giao sản phẩm ↔ TVC giao pipeline trường (commitment sale đi đôi 70%)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TÓM TẮT CHO TVC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 số mang đi negotiate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536192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37360"/>
          <a:ext cx="10972800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548640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Mục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Nội dung đề xuất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Chi phí 4 tháng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~545M VND (129M nhân sự + ~7M infra, mỗi tháng)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PA1 - Co-funding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TVC ứng 50% (~272M/4th), không hoàn; dev gánh 50% sweat equity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PA2 - Nuôi quân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TVC ứng 100% (~545M/4th), khấu trừ từ 30% khi doanh thu đủ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Rev share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Giữ nguyên 70-30 từ khách paid đầu tiên, 24 tháng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Equity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10% vesting từ ngày ký, ghi văn bản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Milestone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Giải ngân theo M1-M4 gắn deliverables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630936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Bản chất: TVC mua năng lực team 3.3 FTE với giá ~136M/tháng - rẻ hơn 40-60% so với thuê ngoài cùng scope, và được giữ 70% upside.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2026-10-07T00:05:50Z</dcterms:created>
  <dcterms:modified xsi:type="dcterms:W3CDTF">2026-10-07T00:05:50Z</dcterms:modified>
</cp:coreProperties>
</file>