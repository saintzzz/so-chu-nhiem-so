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v2.0 - 10/2026 (gồm vai trò kiêm nhiệm + bộ kit khởi tạo trường)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1 080+ câu hỏi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totruong@demo.scn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ketoan@demo.scn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phuhuynh@demo.scn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hocsinh@demo.scn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sogd@demo.scn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bgh.cva / gvcn.cva / totruong.cva / ketoan.cva và bgh.kd / gvcn.kd / ketoan.kd @demo.scn. GV còn lại: ten.vt@{nd|cva|kd}.scn.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(gvcn@demo.scn)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DC-01..DC-06 → điền môn/khối/bài → Sinh (AI hoặc fallback rule-based khi hết quota)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gvcn@demo.scn thấy 3 nhãn vai trò + menu gộp + vào /team/* được; gvbm@demo.scn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workbook mẫu: node scripts/gen-init-template.mjs;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2026-10-08T09:07:35Z</dcterms:created>
  <dcterms:modified xsi:type="dcterms:W3CDTF">2026-10-08T09:07:35Z</dcterms:modified>
</cp:coreProperties>
</file>