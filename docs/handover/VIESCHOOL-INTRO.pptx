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quản lý &amp; chăm sóc học sinh cho trường phổ thông Việt Nam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(SCN) + TVC360 Studio - một codebase, hai sản phẩm thương mại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sochunhiem.vieschool.com · Bản giới thiệu cho đối tác · 10/2026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phần chính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562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Định hướng công 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Chúng tôi là ai - sứ mệnh, tầm nhìn, giá trị cốt lõi, 4 module core business, hướng hợp tác anh Trí &amp; anh Đông, nền tảng công nghệ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80360"/>
            <a:ext cx="7315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9535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Tính năng theo 4 module chính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3375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nhà trường · Chăm sóc PH &amp; HS · Dịch vụ giảng dạy · Báo cáo &amp;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77640"/>
            <a:ext cx="7315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507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III. Tính năng đang live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44348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Những gì đang chạy production hôm nay - không phải roadmap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074920"/>
            <a:ext cx="7315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51480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IV. Đánh giá kiến trúc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5532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mạnh, điểm yếu, cần làm gì để khắc phục và khi nào nên làm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ĐỊNH HƯỚNG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là 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Đội phát triển sản phẩm giáo dục Việt Nam - build nhanh, chuẩn quy định, kiểm chứng được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 sản phẩm trên một codebase multi-tenant: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(SCN) - nền tảng quản lý trường học: chủ nhiệm, điểm, hạnh kiểm, tài chính, tuyển sinh, y tế, thư viện, văn thư...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TVC360 Studio - bộ công cụ giáo viên: ngân hàng câu hỏi, giáo án điện tử KHBĐ CV 5512, export DOCX/PPTX, TTS audio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đầu tư ~794M VND (7.5 tháng, T03-10/2026) - sản phẩm live production, không phải bản vẽ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trường demo chạy thật trên sochunhiem.vieschool.com - self-service onboarding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ĐỊNH HƯỚNG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Sứ mệnh - Tầm nhìn - Giá trị cốt lõi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4389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562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SỨ MỆNH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hóa công tác quản lý và chăm sóc học sinh cho trường phổ thông Việt Nam.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 sổ sách giấy bằng quy trình số: điểm danh, sổ đầu bài, sổ điểm, học bạ, liên lạc phụ huynh - một dữ liệu chung, đồng bộ thời gian thực.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Giảm giấy tờ cho giáo viên để họ dạy - đó là mục tiêu đo được.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783080"/>
            <a:ext cx="73152" cy="43891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8562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TẦM NHÌN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6792" y="224028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triệu người dùng (HS + GV + PH) trên 500-1,000 trường.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Trở thành lớp dữ liệu chuẩn cho giáo dục phổ thông: học bạ XML QĐ 3016, điểm TT22/2021, BHYT học sinh - sẵn sàng kết nối Sở GD&amp;ĐT và dịch vụ công (VNeID).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Bán theo gói module - trường mua phần mình cần.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TRỊ CỐT LÕI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624535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sự thật nghiệp vụ ghi một nơi - đồng bộ mọi màn hình liên quan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quy định Việt Nam (TT22, QĐ 3016, BHYT) - không dịch lại quy trình nước ngoài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Tách biệt dữ liệu trường ở tầng DB (RLS) - không phụ thuộc code cẩn thận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có fallback - nghiệp vụ không bao giờ đứng vì AI lỗi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ĐỊNH HƯỚNG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business - 4 gói module bán được (đã mã hóa trong sản phẩm)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Sản phẩm đã packaging thành 4 suite trong code (school_features) - trường bật gói nào dùng gói đó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73152" cy="2011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391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QUẢN LÝ TRƯỜNG &amp; HÀNH CHÍNH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module: tuyển sinh, khoản thu + thanh toán, biến động HS, học bạ số + XML ký số, xét tốt nghiệp, chuyên cần, điều động, y tế-BHYT, văn thư, thư viện, bữa ăn bán trú, vận hành nâng cao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965960"/>
            <a:ext cx="73152" cy="20116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0391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CHĂM SÓC PH &amp; 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242316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PH-HS, thông báo đa kênh (email nay, Zalo/SMS sẵn sàng), CRM tuyển sinh public (cổng apply + tra cứu = thu hút tuyển sinh mới), tư vấn &amp; an toàn, thi đua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60520"/>
            <a:ext cx="73152" cy="2011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336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DỊCH VỤ GIẢNG DẠY (TVC360)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461772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21k+ câu hỏi chuẩn YCCĐ, giáo án KHBĐ CV 5512, lập kế hoạch giảng dạy, bài trắc nghiệm online chấm tự động, export DOCX/PPTX, TTS audio, AI soạn đề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4160520"/>
            <a:ext cx="73152" cy="20116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42336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BÁO CÁO, DASHBOARD &amp; TÍCH HỢP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461772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BGH/Sở GD/UBND, báo cáo tài chính, integration framework (connector + outbox), học bạ XML QĐ 3016 ký số, VNeID-ready, API webhook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Khớp 1-1 với SUITES trong src/lib/modules.ts - gói nào cũng bật/tắt được theo từng trường trong /dept/modules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ĐỊNH HƯỚNG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hợp tác với anh Trí &amp; anh Đông (TVC360)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TVC360 requirement nhận 04/09/2026 - đã build xong và chạy trong production như suite /studio của SCN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Khía cạnh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Định hướng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Sản phẩm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TVC360 giữ standalone về tính năng - đồng thời bán kèm như module 'Dịch vụ giảng dạy' trong SCN. Một codebase, hai gói thương mại.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công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Đội phát triển: build + vận hành + IP codebase. Đối tác: thị trường, quan hệ trường/Sở, ký hợp đồng, định giá bán.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chính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Share-risk 50-50 trên phần chi phí kêu gọi (không phải chia doanh thu 50-50). Ưu tiên phần B - 5.5 tháng phát triển tới T03/2027 (~415M phía nhà đầu tư). Phần A ~794M là sweat equity đội dev - không hoàn, không khấu trừ.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Chia sẻ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T03/2027-T03/2029: chia doanh thu (đề xuất NĐT ~40% / dev ~60%). Sau T03/2029: chuyển chia cổ phần (~10-15%, vesting từ ngày ký).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Điều khoản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Giải ngân theo milestone kiểm chứng được; clock doanh thu đếm từ khách trả phí đầu tiên; IP codebase thuộc đội phát triển; audit rights cho phần giải ngân.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tiết số liệu: docs/handover/PROPOSAL-tong-dau-tu-2ty8.md - tổng ~2.79 tỷ gồm sunk A + phát triển B + maintain C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ĐỊNH HƯỚNG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công nghệ - đang dùng và lựa chọn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Tầng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Đang dùng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Ghi chú chiến lược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Ứng dụng web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16 + React 19 + TypeScript strict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148 routes, App Router, render server-side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CSDL + 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Postgres (RLS ~350 policies)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 chuẩn - di chuyển được sang Azure Database for PostgreSQL / Google Cloud SQL; không lock-in cứng (trừ Auth/Storage)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(push master -&gt; production)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Stateless, scale ngang theo request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/ OpenAI / Anthropic multi-key + Devin fallback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phụ thuộc 1 vendor; quota lỗi tự chuyển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Email/Webhook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Resend + SePay + Vercel cron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Zalo OA/SMS: hạ tầng sẵn, chờ credentials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Cân nhắc: Entra ID SSO cho Sở GD, Power BI trên read replica, Azure PostgreSQL nếu rời Supabase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Chưa cần ở quy mô hiện tại - chuẩn bị sẵn đường thoát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AI (đang dùng), BigQuery cho analytics xuyên trường (Phase C), Google Workspace SSO cho trường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Analytics tách khỏi OLTP khi &gt;100 trường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Khuyến nghị: GIỮ stack hiện tại - chi phí demo ~1 triệu/tháng. Postgres chuẩn nên chuyển Azure/GCP được khi có lý do thật (không migrate sớm vì tốn effort không sinh giá trị).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4 MODULE CHÍNH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Toàn cảnh - module nào trả lời câu hỏi nào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Câu hỏi kinh doanh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trả lời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 mua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 vận hành hành chính ra sao?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lý trường &amp; hành chính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Hiệu trưởng, văn thư, kế toán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Giữ chân &amp; thu hút PH-HS thế nào?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Chăm sóc PH &amp; HS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Hiệu trưởng, phòng tuyển sinh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Giáo viên soạn/dạy/đánh giá ra sao?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Dịch vụ giảng dạy (TVC360)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trưởng, giáo viên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Lãnh đạo nhìn số liệu thế nào?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Báo cáo, dashboard &amp; tích hợp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BGH, Sở GD&amp;ĐT, UBND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module = một dòng doanh thu độc lập - trường có thể mua lẻ, nâng cấp dần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MODULE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trường &amp; hành chính (12 module con)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Vận hành năm học: tuyển sinh đầu cấp (xét tuyển + thi tuyển khối 6/10), biến động HS (chuyển đến/đi/bảo lưu), xét tốt nghiệp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sách lõi: học bạ số TT22 (HK1/HK2/cả năm, quyết định cuối năm, export DOCX/PDF có watermark), XML QĐ 3016 ký số 2 cấp, sổ chủ nhiệm, chuyên cần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chính: khoản thu theo kỳ, hóa đơn + biên lai, VietQR thanh toán, SePay webhook đối soát tự động, e-invoice skeleton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Hành chính - dịch vụ: văn thư &amp; công văn, thư viện (danh mục + ĐKCB + mượn/trả), y tế &amp; BHYT, bữa ăn bán trú, CSVC &amp; sự cố thiết bị, điều động giáo viên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11 vai trò + multi-campus: PHT chỉ thấy cơ sở mình phụ trách - mọi quyền chốt ở DB không chỉ UI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Bán theo gói trong /dept/modules - trường bật module nào dùng module đó, tắt hẳn cả menu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MODULE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Chăm sóc PH &amp; HS - giữ chân + thu hút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Cổng phụ huynh &amp; học sinh: điểm, hạnh kiểm, TKB, thông báo, tin nhắn 2 chiều với GVCN, lịch hẹn, đăng ký hoạt động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báo đa kênh: email qua Resend (đang chạy) + comm_outbox chuẩn Zalo OA/ZNS + SMS (hạ tầng sẵn, chờ credentials đối tác)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 tuần tự động: parent-digest cron gửi tổng hợp cho PH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Tuyển sinh = kênh acquisition: cổng /apply public - PH đăng ký + tra cứu online, không cần tài khoản (omnichannel marketing: trường quảng bá, PH vào portal)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 vấn &amp; an toàn học đường: intake tư vấn, sự cố an toàn, follow-up; thi đua &amp; danh hiệu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+ opt-out theo kênh - tôn trọng dữ liệu PH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Roadmap: Zalo/SMS bật ngay khi có OA approval + keys; CRM funnel tuyển sinh đã có sẵn nền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MODULE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Dịch vụ giảng dạy - TVC360 Studio + LMS-lite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hỏi: 21k+ câu phủ 81/81 YCCĐ chuẩn Bộ GD, duyệt 2 lớp (tổ -&gt; BGH), public/private scope, media + passage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án &amp; KHBĐ: mẫu CV 5512, soạn bài + AI hỗ trợ, duyệt tổ chuyên môn, tài liệu đính kèm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LMS-lite: HS làm bài trắc nghiệm trực tuyến, chấm tự động, session theo lớp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thật: DOCX/PPTX đề thi + giáo án; TTS audio đa provider (OpenAI/edge/Gemini fallback)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 thi &amp; đánh giá: cấu trúc đề, điểm thi, phân tích; tổ chuyên môn (dự giờ, đánh giá NLGV)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thực dụng: multi-key fallback, PII redaction, hedged race cho tài liệu dài - không block nghiệp vụ khi AI lỗi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MODULE 4/4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cáo, dashboard &amp; tích hợp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theo cấp: GVCN (lớp), BGH (trường), PHT (cơ sở), Sở GD &amp; UBND (địa bàn, read-only)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nghiệp vụ: tài chính (thu/chi, công nợ), chuyên cần, thi đua, thống kê theo năm học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framework: int_connectors + int_outbox + int_inbox - chuẩn bị cho QĐ 3016, payment, dịch vụ công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nối: SePay webhook (đối soát bank txn), VietQR, e-invoice skeleton, học bạ XML export, VNeID prep (cột sẵn)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advisor: dept brief, radar cảnh báo, phân tích điểm - hỗ trợ ra quyết định không thay quyết định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warehouse BigQuery cho analytics xuyên trường - roadmap Phase C, không dội vào DB vận hành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III. ĐANG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production hôm nay - sochunhiem.vieschool.com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phải roadmap - tất cả đều demo được ngay với tài khoản demo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Nhóm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Đang live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Nền tảng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Multi-tenant 3 trường, 11 vai trò + kiêm nhiệm, RLS ~350 policies, module flags per trường, audit log + notifications, self-service onboarding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Chủ nhiệm &amp; học tập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 ngày + tiết, sổ đầu bài, sổ điểm TT22 (HK1/HK2/CN), hạnh kiểm, NLPC, học bạ số + quyết định cuối năm + lock/sign-off, export DOCX/PDF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Sắp xếp &amp; nhân sự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TKB editor + copy + view theo GV + CSV export, điều động, phân công, tổ chuyên môn, hồ sơ cán bộ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chính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Khoản thu, hóa đơn, biên lai, VietQR, SePay webhook, báo cáo tài chính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Tuyển sinh &amp; comms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Cổng apply public + tra cứu, thông báo email, comm outbox (Zalo/SMS ready), parent digest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Giảng dạy (TVC360)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21k+ CH, KHBĐ CV 5512, giáo án, LMS bài trắc nghiệm chấm tự động, TTS, export DOCX/PPTX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Dịch vụ trường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Thư viện, y tế &amp; BHYT, văn thư, bữa ăn bán trú, CSVC/sự cố, học bạ XML ký số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Cấp trên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Sở GD + UBND read-only, dept modules, báo cáo địa bàn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III. ĐANG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số minh chứng chất lượng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production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057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~450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(446/446 pass)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057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~350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policies enforce tenant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057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21k+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câu hỏi ngân hàng chuẩn YCCĐ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+ kiêm nhiệm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566160" y="4846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demo chạy thật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95+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355080" y="4846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ACs có test coverage (RTM)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6840" y="3840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44000" y="4846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CRs đã merge (CR-001..081)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Chuỗi quality gates chạy mỗi commit: typecheck, lint, build, 446 tests, consistency, reliability, RTM, repo-laws, UIUX, spec, Vercel config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IV. KIẾN TRÚC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mạnh - những gì đang đúng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đúng nghĩa: school_id trên mọi bảng + RLS ~350 policies - tenant isolation ở DB, không trông cậy vào code cẩn thận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Packaging thành sản phẩm sẵn: module flags per trường + 4 suite bán được - go-to-market không cần code thêm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3 tầng đồng nhất: UI nav &lt;-&gt; server action &lt;-&gt; RLS; kiểm chứng tự động bằng checker (nav-access, consistency)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async có fallback: ai_jobs + Devin callback - nghiệp vụ không đứng khi AI hết quota/lỗi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Nghiệp vụ nguyên tử: RPC security-definer cho tiền (fee_record_transfer), CAS cho status transitions - không race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 tự động: 446 tests + RTM 95+ ACs + scanners (reliability, raw-error echo, unbounded read) mỗi commit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vận hành thấp: ~1 triệu/tháng ở demo scale - margin tốt khi bán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đơn giản: push master -&gt; Vercel production &lt; 5 phút; migrations idempotent, replay-safe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IV. KIẾN TRÚC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yếu - đánh giá thẳng (kèm mức độ nghiêm trọng)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yếu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Ảnh hưởng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Mức độ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compute Micro (free/small tier)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Statement timeout khi load cao - đã thấy trong QA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 - chặn trường thật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Postgres project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 growth (attendance ~180M/năm), RLS cost, connection limit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Trung-cao - nút thắt thật ở scale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Monolith 1 codebase/1 deploy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Blast radius khi bug; public surface (/apply) chung với app nhân viên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Export/AI job dài trên Vercel function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duration limit - job nặng nên qua queue worker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Credentials ngoài chưa có (SePay, Zalo OA, e-invoice, CA ký số)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 sẵn sàng nhưng chưa chạy thật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Chặn go-live các module đó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Secrets/ops thủ công, chưa có IaC đầy đủ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Onboard trường mới còn tay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Thấp-trung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Chưa có observability chuẩn (Sentry/metrics)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Khó debug production khi scale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- làm sớm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 Tech Lead: nút thắt là Postgres (row volume + RLS + connections), KHÔNG phải Next.js - microservice theo domain không chạm nút thắt này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IV. KIẾN TRÚC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khắc phục - theo ngưỡng trường (trả tiền khi cần, không trả trước)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Ngưỡng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Làm gì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Khi nào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Nay -&gt; ~15 trường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Pro + compute Small-&gt;Large; PITR backup; partition attendance/audit/notifications theo tháng; Supavisor pooling; Sentry + metrics; monorepo restructure (pnpm/turbo, ~2-3 ngày, không đổi deploy)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NGAY khi trường pilot vào - bắt buộc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15 -&gt; 100 trường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Tách apps/public (cổng tuyển sinh deploy riêng, cách ly burst + attack surface); read replica cho báo cáo; worker export/notify thành service riêng (queue); cache module-flags/profile edge KV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Khi có ~15 trường trả phí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100 -&gt; 1,000 trường (~1M users)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TENANT SHARDING: nhiều Supabase project theo cụm trường (~100-200 trường/cụm) + control-plane map school-&gt;cluster; compute nặng ra container (Fly/ECS); data warehouse BigQuery cho analytics; archive năm cũ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Khi ~100 trường / ~200k 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&gt;1M hoặc team &gt;15 dev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Mới tách microservice theo domain - lúc đó monorepo + packages/domain đã sẵn sàng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khi chứng minh cần - không trả tiền trước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tiết: docs/project/ARCH-1M-USERS.md - 'modular monolith + worker theo tải + shard theo cụm trường' = 80% lợi ích microservice với 20% chi phí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IV. KIẾN TRÚC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Sẽ KHÔNG làm - và khuyến nghị hành động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LÀM (tránh lãng phí)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 theo domain sớm - DB vẫn nghẽn, thêm distributed txn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 - độ phức tạp vượt quy mô team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Schema-per-school - phá migration sync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 sang Azure/GCP ngay - Postgres chuẩn nên thoát được khi cần, không cần trả tiền sớm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sourcing / multi-master - overkill cho nghiệp vụ trường học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QUYẾT ĐỊNH (đề xuất phê duyệt)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Nâng Supabase Pro + compute Small ngay khi trường pilot vào (~2.5 triệu/tháng) - bắt buộc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restructure làm CR riêng (~2-3 ngày effort)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Tách apps/public khi mở tuyển sinh cho trường thật (~15 trường)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Credentials: SePay key, Zalo OA approval, CA ký số, e-invoice vendor - cần để go-live module thanh toán/thông báo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Observability: Sentry + metrics + alert queue depth - làm trong Phase 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Sản phẩm đã chạy - demo ngay hôm nay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sochunhiem.vieschool.com · tài khoản demo đầy đủ vai trò (demo1234)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kèm: PROPOSAL-tong-dau-tu-2ty8 (deal) · ARCH-1M-USERS (kiến trúc) · MO-TA-CHUC-NANG (tính năng) · HUONG-DAN-SU-DUNG (user guide)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2026-10-29T09:31:40Z</dcterms:created>
  <dcterms:modified xsi:type="dcterms:W3CDTF">2026-10-29T09:31:40Z</dcterms:modified>
</cp:coreProperties>
</file>