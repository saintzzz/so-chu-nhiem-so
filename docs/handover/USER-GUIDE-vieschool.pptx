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011680"/>
            <a:ext cx="10698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 &amp; Công cụ số Giáo viên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31520" y="30175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HƯỚNG DẪN SỬ DỤNG &amp; KIỂM THỬ - BÀN GIAO ĐỘI CHUYÊN GIA GIÁO DỤC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731520" y="374904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Phiên bản: pilot v1 - 10/2026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URL: https://sochunhiem.vieschool.com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Phạm vi: chương trình GDPT 2018, TT 22/2021, TT 27/2025; bảo mật theo Luật 91/2025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GIỚI THIỆU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Hệ thống gồm 2 module chính trên một nền tảng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Sổ Chủ Nhiệm Số (SCN) - vận hành lớp học &amp; nhà trường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[object Object]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Điểm danh, hạnh kiểm, sổ liên lạc phụ huynh, thời khóa biểu, sự cố an toàn, báo cáo BGH/Sở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quyền theo vai trò: GVCN, GVBM, Tổ trưởng, PHT, BGH, Kế toán, Phụ huynh, Học sinh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TVC360 Studio - công cụ soạn thảo giáo viên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[object Object]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KHBĐ (DC-01), ma trận đề (DC-02), đề kiểm tra theo ma trận (DC-03), bộ câu hỏi (DC-04), phiếu học tập (DC-05), bài trình chiếu PPTX (DC-06)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Ngân hàng câu hỏi chung của trường gắn YCCĐ CTGDPT 2018, duyệt 2 lớp, xuất DOCX/PDF/PPTX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Dữ liệu theo trường (multi-tenant): mọi bảng đều scope school_id + RLS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Mục tiêu test: chuyên gia rà nội dung chuyên môn + quy trình nghiệp vụ trường học.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TÀI KHOẢN TEST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Đăng nhập tại https://sochunhiem.vieschool.com/login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728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  <a:gridCol w="27432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Vai trò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Email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Mật khẩu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Dùng để test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Hiệu trưởng / BGH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bgh@demo.scn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demo1234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Quản trị trường, phân quyền, duyệt cuối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Tổ trưởng chuyên môn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totruong@demo.scn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demo1234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Duyệt câu hỏi/học liệu (lớp 1), lọc theo môn tổ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Giáo viên chủ nhiệm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gvcn@demo.scn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demo1234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Sổ CN, điểm danh, hạnh kiểm, đóng góp câu hỏi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Giáo viên bộ môn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gvbm@demo.scn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demo1234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Studio, ngân hàng câu hỏi (không duyệt được)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Phụ huynh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phuhuynh@demo.scn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demo1234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Portal PH, sổ liên lạc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Học sinh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hocsinh@demo.scn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demo1234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Portal HS, học bạ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 multi-trường: gv001-gv100@{nd|cva|kd}.test / demo1234 - 3 trường, mỗi trường 100 GV (gv001-002: tổ trưởng, gv003: BGH).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QUYỀN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được làm gì - ma trận tóm tắt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728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  <a:gridCol w="27432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Chức năng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GVBM/GVCN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Tổ trưởng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BGH/Admin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Studio (soạn KHBĐ/đề/bài giảng)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Ngân hàng câu hỏi - xem/đóng góp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Duyệt câu hỏi / học liệu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Không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Lớp tổ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Lớp BGH (cuối)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Xuất file (DOCX/PDF/PPTX)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Có*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Có*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Quản trị user/quyền/ACL dữ liệu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Không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Không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Sổ chủ nhiệm (điểm danh, HK, SLĐ)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Chỉ GVCN lớp mình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Xem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457200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quyền 3 lớp (CR-030): mặc định theo vai trò → cấu hình theo trường → ghi đè theo từng GV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* Admin có thể tắt xuất file cho từng vai trò/GV trong Ma trận quyền tại /school/users.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WORKFLOW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Giáo viên chủ nhiệm - ngày làm việc điển hình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Sáng: Điểm danh (/attendance/daily) - chọn lớp, tích vắng/có phép, lưu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[object Object]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Đồng bộ tự động với sổ trực tiết (period log); cảnh báo vắng nhiều ngày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Trong ngày: sự cố/an toàn (/safety/report), nhận xét hạnh kiểm (/conduct/records)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Liên lạc PH: /parents/compose - soạn + gửi email cho CMHS (Resend), thông báo toàn lớp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Cuối tuần/tháng: báo cáo chuyên cần, hạnh kiểm theo TT22 (HK1/HK2/cả năm tách biệt)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Sổ CN số: /register/* - sổ theo dõi, ký duyệt, xuất file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 chuyên gia: điểm danh → kiểm tra DB đồng bộ period_log; gửi thông báo → PH nhận email + in-app.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WORKFLOW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Giáo viên bộ môn - biên soạn trên Studio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Vào /studio → chọn công cụ DC-01..DC-06 → điền môn/khối/bài → Sinh (AI hoặc fallback rule-based)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[object Object]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Môn học tự preselect theo môn phụ trách của GV (admin gán ở /school/users)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Công thức toán viết LaTeX $...$, render KaTeX, xuất DOCX thành Word Equation native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Chỉnh sửa trực tiếp trên tài liệu → Lưu vào Thư viện của tôi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Gửi duyệt (nút Gửi duyệt) → tổ trưởng nhận notification → BGH duyệt cuối → published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Xuất: DOCX (đề/KHBĐ/phiếu), PDF (trang in), PPTX (DC-06)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sinh nội dung theo YCCĐ thật; nếu LLM hết quota → engine fallback bất đồng bộ qua ai_jobs.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CÔNG CỤ DC-01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Kế hoạch bài dạy (KHBĐ)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Input: Môn / Khối / Bài học (chọn YCCĐ từ chương trình) / Số tiết / Mẫu KHBĐ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[object Object]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Mẫu: hệ thống (khung 4 HĐ theo CV 5512) hoặc mẫu riêng của trường (/studio/mau-khbd - admin tạo mẫu, đặt mặc định)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Output: KHBĐ đầy đủ - mục tiêu (phẩm chất/năng lực/YCCĐ), đồ dùng, hoạt động, điều chỉnh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Xuất DOCX - in để ký duyệt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 point cho chuyên gia: hoạt động có đúng logic sư phạm tiểu học? YCCĐ gán có khớp bài?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CÔNG CỤ DC-02 + DC-03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 trận đề và sinh đề kiểm tra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DC-02: chọn môn/khối/đợt KT (thường xuyên, giữa kì, cuối kì) → ma trận theo phân bố YCCĐ × mức độ (Nhận biết/Hiểu/Vận dụng)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[object Object]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Đợt giữa kì cho lớp 1-3 sẽ cảnh báo TT22 (không bắt buộc KT giấy)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DC-03: chọn ma trận → rút câu từ NGÂN HÀNG CỦA TRƯỜNG → đề chính thức + đề dự phòng + bảng đáp án phân biệt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[object Object]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Ô ma trận thiếu câu → báo THIẾU trung thực, không lấy câu sai YCCĐ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Tick "Chỉ câu đã duyệt" → chỉ rút câu approved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Xuất DOCX gồm 3 tab/phần: Đề + Đề dự phòng + Đáp án/HDC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Test: tạo ma trận GK1 Toán lớp 4 → sinh đề → kiểm tra đúng ma trận, đúng thang điểm, đáp án khớp.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CÔNG CỤ DC-04 / DC-05 / DC-06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Bộ câu hỏi, phiếu học tập, bài trình chiếu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728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  <a:gridCol w="27432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Công cụ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Input chính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Output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Xuất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DC-04 Bộ câu hỏi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Môn/khối/YCCĐ/số câu/mức độ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Bộ câu hỏi luyện tập + đáp án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DOCX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DC-05 Phiếu học tập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Môn/khối/bài + trọng tâm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Phiếu BT có bài tập + hướng dẫn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DOCX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DC-06 Bài trình chiếu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Môn/khối/YCCĐ/số slide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Slide theo tiến trình KHBĐ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PPTX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420624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Mọi công cụ: lưu thư viện → gửi duyệt → xuất file; AI sinh có kiểm chứng (schema + YCCĐ gate)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NGÂN HÀNG CÂU HỎI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Ngân hàng chung của trường (/studio/questions)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GV cùng trường đóng góp chung - không còn bank cá nhân; filter: Cả trường / Của tôi / Môn của tổ tôi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Thêm tay hoặc import ảnh/PDF (AI đọc) hoặc template Excel; validate tự động: đúng qtype, mức độ TT22, YCCĐ, stem tham chiếu hình phải kèm media/context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Duyệt: checkbox từng câu hoặc bulk duyệt cả trang; trạng thái: chưa duyệt → đã duyệt / đánh dấu lỗi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Hình ảnh trong câu hỏi (CR-031): upload ảnh HOẶC hình vẽ tham số (SVG) cho Toán - tam giác, HCN, tròn, đoạn thẳng, góc, đồng hồ; render trong đề DOCX/PPTX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Câu nghe Tiếng Anh: transcript ở Ngữ cảnh + nút Nghe thử (TTS trình duyệt)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Hiện có ~1 400 câu/trường test, 100% đã duyệt trong bank demo; đủ coverage YCCĐ tiểu học (Toán/TV/Anh).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HÌNH ẢNH TRONG CÂU HỎI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cơ chế - quyết định quan trọng về chất lượng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Hình học Toán: SVG tham số (deterministic) - KHÔNG dùng AI sinh ảnh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[object Object]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Đề thi Toán đòi chính xác góc/tỉ lệ; AI sinh ảnh sẽ sai. Figure spec → SVG → PNG trong DOCX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Thêm hình: select '+ Hình vẽ' → chọn loại → sửa tham số JSON (nhãn đỉnh, độ dài, góc, giờ)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Ảnh minh họa TV/Anh: upload ảnh lên (lưu storage theo trường) + alt text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[object Object]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Giới hạn 4 media/câu; ảnh resize ≤480px khi xuất DOCX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Trong đề DOCX: hình chèn ngay sau stem câu; PPTX: ảnh trên slide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QUY TRÌNH DUYỆT 2 LỚP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Tác giả → Tổ trưởng → BGH → published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Lớp 1 - Tổ trưởng chuyên môn: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[object Object]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Ngân hàng: filter 'Môn của tổ tôi' mặc định - chỉ thấy môn tổ mình phụ trách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Thư viện: 'Chờ duyệt - môn của tổ tôi' xếp trên, môn khác xếp dưới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Duyệt / trả về kèm nhận xét → tác giả nhận notification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Lớp 2 - BGH/admin: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[object Object]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Thấy tất cả, duyệt cuối → status published; có thể sửa câu của GV (audit)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Mọi thao tác ghi audit trail (ai, làm gì, lúc nào)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Test: GV tạo câu → gửi → tổ trưởng thấy đúng môn mình → duyệt → BGH duyệt → kiểm tra notification.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QUẢN TRỊ TRƯỜNG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Trang /school/users - BGH/admin của từng trường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Thêm giáo viên: email + mật khẩu + vai trò + cơ sở + tổ + mã cán bộ + loại hợp đồng + trình độ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Gán môn phụ trách (chip multi-select → teacher_subjects) - Studio tự preselect môn cho GV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Tổ chuyên môn - môn học: gán môn cho tổ; hệ thống cảnh báo vàng khi GV dạy môn khác tổ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 trận quyền chức năng: 6 chức năng × 6 vai trò, 3 trạng thái (mặc định/cấm/cho) + quyền riêng từng GV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ACL dữ liệu: ẩn một câu hỏi/học liệu cụ thể với một GV - GV khác vẫn thấy (RLS level)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Thống kê nhanh: số GV theo vai trò + loại hợp đồng (đếm cả 'chưa khai báo')</a:t>
            </a:r>
            <a:endParaRPr lang="en-US" sz="13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ĐIỂM NỔI BẬT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Khác biệt so với nền tảng thông thường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Bám quy định thật: YCCĐ CTGDPT 2018 chi tiết đến strand; TT22/2021 (HK1/HK2/năm tách, không KT giấy lớp 1-3 giữa kì); TT27/2025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Ngân hàng trường + duyệt 2 lớp + audit trail - kiểm soát chất lượng đề như trường thật vận hành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Hình học deterministic (không AI ảo) + xuất Word Equation native - in thi thật dùng được ngay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quyền chức năng + dữ liệu tới item-level ACL - admin trường tự quản, không cần IT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Multi-tenant RLS nghiêm ngặt + DPIA theo Luật 91/2025 - sẵn sàng pilot liên trường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provider linh hoạt (Gemini/OpenAI/Anthropic qua env) + fallback engine + rule-based - không chết khi hết quota</a:t>
            </a:r>
            <a:endParaRPr lang="en-US" sz="13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CHECKLIST TEST CHUYÊN GIA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Các kịch bản ưu tiên rà soát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NỘI DUNG: đọc kỹ câu hỏi bank (đáp án đúng? phù hợp lứa tuổi? ngôn ngữ tiểu học?); KHBĐ có đúng flow sư phạm? YCCĐ gán khớp?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ĐỀ THI: sinh đề GK1 Toán 4-5 + TV 4-5 → check ma trận, điểm, đáp án, hình vẽ, định dạng in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WORKFLOW: đóng góp → duyệt tổ → duyệt BGH → notification đúng người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QUYỀN: gvbm không duyệt được; tổ trưởng chỉ thấy môn tổ; phụ huynh không vào được bank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EDGE CASES: câu nói 'như hình' không hình → bị chặn; import Excel sai format → báo lỗi rõ; câu trùng stem → cảnh báo dedupe</a:t>
            </a:r>
            <a:endParaRPr lang="en-US" sz="13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BÁO LỖI &amp; FEEDBACK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Cách ghi nhận kết quả test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Format bug report: [Vai trò] + [Trang/thao tác] + [Kết quả thực tế] vs [Kết quả mong đợi] + [Ảnh chụp nếu có]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Lỗi nội dung chuyên môn (đáp án sai, YCCĐ sai, ngôn ngữ): dùng nút 'Đánh dấu lỗi' ngay trên câu hỏi - hệ thống giữ trạng thái flagged để rà lại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Mức độ: Blocker (sai đáp án/mất dữ liệu/lộ dữ liệu trường khác) | Major (sai workflow, sai phân quyền) | Minor (UI/copy)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Môi trường test data thoải mái - mọi thứ trường test (nd/cva/kd.test) là dữ liệu giả, không sợ phá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Cảm ơn đội chuyên gia! Mọi góp ý nội dung sẽ được đội phát triển xử lý theo CR.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2026-10-06T20:10:53Z</dcterms:created>
  <dcterms:modified xsi:type="dcterms:W3CDTF">2026-10-06T20:10:53Z</dcterms:modified>
</cp:coreProperties>
</file>