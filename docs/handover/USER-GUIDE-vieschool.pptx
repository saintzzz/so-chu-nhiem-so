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KIỂM THỬ - BÀN GIAO ĐỘI CHUYÊN GIA GIÁO DỤC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pilot v1 - 10/2026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chương trình GDPT 2018, TT 22/2021, TT 27/2025; bảo mật theo Luật 91/2025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hạnh kiểm, sổ liên lạc phụ huynh, thời khóa biểu, sự cố an toàn,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Phụ huynh, Học sinh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 CTGDPT 2018, duyệt 2 lớp, xuất DOCX/PDF/PPTX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đều scope school_id + RLS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test: chuyên gia rà nội dung chuyên môn + quy trình nghiệp vụ trường học.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tại https://sochunhiem.vieschool.com/login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Mật khẩu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Hiệu trưởng / BGH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phân quyền, duyệt cuối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 chuyên môn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totruong@demo.scn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 (lớp 1), lọc theo môn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Giáo viên chủ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CN, điểm danh, hạnh kiểm, đóng góp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Giáo viên bộ môn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Studio, ngân hàng câu hỏi (không duyệt được)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Phụ 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phuhuynh@demo.scn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PH, sổ liên lạc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hocsinh@demo.scn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Sở GD&amp;ĐT (demo)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sogd@demo.scn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 + admin trường, dashboard usage xuyên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multi-trường: gv001-gv100@{nd|cva|kd}.test / demo1234 - 3 trường, mỗi trường 100 GV (gv001-002: tổ trưởng, gv003: BGH).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được làm gì - ma trận tóm tắt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GVBM/GVCN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(soạn KHBĐ/đề/bài giảng)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 / 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 file (DOCX/PDF/PPTX)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Có*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Có*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 dữ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chủ nhiệm (điểm danh, HK, SLĐ)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GVCN lớp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5720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 (CR-030): mặc định theo vai trò → cấu hình theo trường → ghi đè theo từng GV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 / admin hệ thống: quản trị trường (/dept/schools) + giám sát usage (/dept/usage) - không vào nghiệp vụ lớp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Admin có thể tắt xuất file cho từng vai trò/GV trong Ma trận quyền tại /school/users.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lớp, tích vắng/có phép, lưu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tự động với sổ trực tiết (period log); cảnh báo vắng nhiều ngày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cố/an toàn (/safety/report), nhận xét hạnh kiểm (/conduct/records)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(Resend), thông báo toàn lớp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huynh: /register/roster - liên kết PH - HS và cấp tài khoản đăng nhập cổng PH (tick 'Cấp tài khoản', nhập email + mật khẩu)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login vào /portal/parent chỉ thấy đúng con mình (RLS parent_students)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tuần/tháng: báo cáo chuyên cần, hạnh kiểm theo TT22 (HK1/HK2/cả năm tách biệt)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CN số: /register/* - sổ theo dõi, ký duyệt, xuất file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chuyên gia: điểm danh → kiểm tra DB đồng bộ period_log; gửi thông báo → PH nhận email + in-app.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Vào /studio → chọn công cụ DC-01..DC-06 → điền môn/khối/bài → Sinh (AI hoặc fallback rule-based)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 tự preselect theo môn phụ trách của GV (admin gán ở /school/users)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viết LaTeX $...$, render KaTeX, xuất DOCX thành Word Equation native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trên tài liệu → Lưu vào Thư viện của tôi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(nút Gửi duyệt)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nội dung theo YCCĐ thật; nếu LLM hết quota → engine fallback bất đồng bộ qua ai_jobs.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 từ chương trình) / Số tiết / Mẫu KHBĐ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Mẫu: hệ thống (khung 4 HĐ theo CV 5512) hoặc mẫu riêng của trường (/studio/mau-khbd - admin tạo mẫu,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Output: KHBĐ đầy đủ - mục tiêu (phẩm chất/năng lực/YCCĐ), đồ dùng, hoạt động, điều chỉnh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để ký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point cho chuyên gia: hoạt động có đúng logic sư phạm tiểu học? YCCĐ gán có khớp bài?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(thường xuyên, giữa kì, cuối kì) → ma trận theo phân bố YCCĐ × mức độ (Nhận biết/Hiểu/Vận dụng)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sẽ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thức + đề dự phòng + bảng đáp án phân biệt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"Chỉ câu đã duyệt"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gồm 3 tab/phần: Đề + Đề dự phòng + Đáp án/HDC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Test: tạo ma trận GK1 Toán lớp 4 → sinh đề → kiểm tra đúng ma trận, đúng thang điểm, đáp án khớp.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 - không còn bank cá nhân; filter: Cả trường / Của tôi / Môn của tổ tôi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 tự động: đúng qtype, mức độ TT22, YCCĐ, stem tham chiếu hình phải kèm media/context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checkbox từng câu hoặc bulk duyệt cả trang;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ảnh trong câu hỏi (CR-031): upload ảnh HOẶC hình vẽ tham số (SVG) cho Toán - tam giác, HCN, tròn, đoạn thẳng, góc, đồng hồ; render trong đề DOCX/PPTX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Hiện có ~1 400 câu/trường test, 100% đã duyệt trong bank demo; đủ coverage YCCĐ tiểu học (Toán/TV/Anh).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ẢNH TRONG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cơ chế - quyết định quan trọng về chất lượng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Toán: SVG tham số (deterministic) - KHÔNG dùng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thi Toán đòi chính xác góc/tỉ lệ; AI sinh ảnh sẽ sai. Figure spec → SVG → PNG trong DOCX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hình: select '+ Hình vẽ' → chọn loại → sửa tham số JSON (nhãn đỉnh, độ dài, góc, giờ)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Ảnh minh họa TV/Anh: upload ảnh lên (lưu storage theo trường) + alt text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hạn 4 media/câu; ảnh resize ≤480px khi xuất DOCX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đề DOCX: hình chèn ngay sau stem câu; PPTX: ảnh trên slide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mặc định - chỉ thấy môn tổ mình phụ trách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Thư viện: 'Chờ duyệt - môn của tổ tôi' xếp trên, môn khác xếp dưới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status published; có thể sửa câu của GV (audit)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thao tác ghi audit trail (ai, làm gì, lúc nào)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Test: GV tạo câu → gửi → tổ trưởng thấy đúng môn mình → duyệt → BGH duyệt → kiểm tra notification.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giáo viên: email + mật khẩu + vai trò + cơ sở + tổ + mã cán bộ + loại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 cho GV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hệ thống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trò, 3 trạng thái (mặc định/cấm/cho) + quyền riêng từng GV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Thống kê nhanh: số GV theo vai trò + loại hợp đồng (đếm cả 'chưa khai báo')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 TRƯỜNG MỚI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phục vụ: Sở GD tạo trường → admin trường tự vận hành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Bước 1 - Sở GD/admin hệ thống: /dept/schools → 'Tạo trường'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Nhập tên, mã, cấp học (Tiểu học/THCS/THPT), email + mật khẩu admin trường (vai trò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'Seed dữ liệu mẫu' → hệ thống tự tạo năm học 2026-2027, 2 tổ CM, bộ môn theo cấp, lớp mẫu + HS mẫu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Lỗi giữa chừng → hệ thống rollback và báo rõ phần chưa dọn - không trường 'nửa vời'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Bước 2 - Admin trường (BGH): đăng nhập → /school/users → '+ Thêm giáo viên'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 tài khoản GV/GVCN/tổ trưởng/kế toán trong phạm vi trường mình - không cần đội kỹ thuật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danh sách HS qua Excel tại /records/upload (mã HS, CCCD, họ tên, ngày sinh, giới tính)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Bước 3 - GVCN: /register/roster liên kết PH - HS và cấp tài khoản cổng PH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Giám sát - Sở GD: /dept/usage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 theo trường: tổng user, active 24h, active 7d, lần đăng nhập gần nhất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 user: tên, vai trò, trường, last sign-in - đo mức độ dùng của từng trường pilot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gate 15/10: trường tự đăng nhập dùng thử - quy trình trên là toàn bộ onboarding.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 (HK1/HK2/năm tách, không KT giấy lớp 1-3 giữa kì); TT27/2025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chức năng + dữ liệu tới item-level ACL - admin trường tự quản, không cần IT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ngặt + DPIA theo Luật 91/2025 - sẵn sàng pilot liên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fallback engine + rule-based - không chết khi hết quota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 CHUYÊN 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đọc kỹ câu hỏi bank (đáp án đúng? phù hợp lứa tuổi? ngôn ngữ tiểu học?); KHBĐ có đúng flow sư phạm? YCCĐ gán khớp?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THI: sinh đề GK1 Toán 4-5 + TV 4-5 → check ma trận, điểm, đáp án, hình vẽ, định dạng 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gvbm không duyệt được; tổ trưởng chỉ thấy môn tổ; phụ huynh không vào được bank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nói 'như hình' không hình → bị chặn; import Excel sai format → báo lỗi rõ; câu trùng stem → cảnh báo dedupe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BÁO LỖI &amp; FEEDBACK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Cách ghi nhận kết quả 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 bug report: [Vai trò] + [Trang/thao tác] + [Kết quả thực tế] vs [Kết quả mong đợi] + [Ảnh chụp nếu có]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Lỗi nội dung chuyên môn (đáp án sai, YCCĐ sai, ngôn ngữ): dùng nút 'Đánh dấu lỗi' ngay trên câu hỏi - hệ thống giữ trạng thái flagged để rà lại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Mức độ: Blocker (sai đáp án/mất dữ liệu/lộ dữ liệu trường khác) | Major (sai workflow, sai phân quyền) | Minor (UI/copy)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Môi trường test data thoải mái - mọi thứ trường test (nd/cva/kd.test) là dữ liệu giả, không sợ phá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Cảm ơn đội chuyên gia! Mọi góp ý nội dung sẽ được đội phát triển xử lý theo CR.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2026-10-07T05:00:09Z</dcterms:created>
  <dcterms:modified xsi:type="dcterms:W3CDTF">2026-10-07T05:00:09Z</dcterms:modified>
</cp:coreProperties>
</file>