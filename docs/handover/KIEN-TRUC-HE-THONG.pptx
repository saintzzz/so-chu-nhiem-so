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48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hệ thống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834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 - nền tảng số hóa công tác chủ nhiệm và quản lý trường học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3474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Modular monolith - Microservices analysis - Repo topology - Data architecture - Async model - Scaling path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Nguồn: docs/project/ARCHITECTURE.md - AGENTS.md - cấu hình production thật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Bài toán đặt ra - ràng buộc quyết định kiến trúc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Số hóa toàn bộ công tác chủ nhiệm và điều hành trường học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vai trò nghiệp vụ + admin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GVCN, GVBM, Tổ trưởng, BGH, PHT cơ sở, Kế toán, Sở GD&amp;ĐT, UBND, Phụ huynh, Học sinh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Miền dữ liệu rộng và liên kết chặt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~30 bảng: điểm danh chéo giữa sổ đầu bài và điểm danh ngày, điểm số liên kết hạnh kiểm, KPI chủ nhiệm tổng hợp nhiều nguồn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Yêu cầu phi chức năng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Tiếng Việt chuẩn, mobile-first, demo nhiều vai trò, phân quyền tuyệt đối - không rò rỉ chéo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Ràng buộc vận hành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Đội ngũ rất nhỏ (1-2 dev + agent), zero-ops, không phát sinh chi phí ngoài quota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Đặc điểm then chốt của bài toán: domain RỘNG nhưng dữ liệu LIÊN KẾT CHẶT - điểm danh, điểm số, hạnh kiểm cùng một học sinh.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Sơ đồ triển khai - một đơn vị deploy duy nhất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CCFBF1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02996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377440"/>
            <a:ext cx="2103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vai trò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mobile-first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0" y="2514600"/>
            <a:ext cx="502920" cy="292608"/>
          </a:xfrm>
          <a:prstGeom prst="rightArrow">
            <a:avLst/>
          </a:prstGeom>
          <a:solidFill>
            <a:srgbClr val="14B8A6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173736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84708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- Next.js 16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2194560"/>
            <a:ext cx="26517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deployable duy nhất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RSC + Server Actions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 Handlers: ai, auth,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cron, records, studio,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webhooks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2514600"/>
            <a:ext cx="502920" cy="292608"/>
          </a:xfrm>
          <a:prstGeom prst="rightArrow">
            <a:avLst/>
          </a:prstGeom>
          <a:solidFill>
            <a:srgbClr val="14B8A6"/>
          </a:solidFill>
          <a:ln/>
        </p:spPr>
      </p:sp>
      <p:sp>
        <p:nvSpPr>
          <p:cNvPr id="16" name="Shape 14"/>
          <p:cNvSpPr/>
          <p:nvPr/>
        </p:nvSpPr>
        <p:spPr>
          <a:xfrm>
            <a:off x="6629400" y="1737360"/>
            <a:ext cx="2560320" cy="1920240"/>
          </a:xfrm>
          <a:prstGeom prst="roundRect">
            <a:avLst>
              <a:gd name="adj" fmla="val 381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184708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(1 project)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0" y="2194560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 ~30+ bảng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RLS mọi bảng tenant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email/password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RPC + SQL views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326880" y="2514600"/>
            <a:ext cx="502920" cy="292608"/>
          </a:xfrm>
          <a:prstGeom prst="rightArrow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9875520" y="1920240"/>
            <a:ext cx="1828800" cy="1554480"/>
          </a:xfrm>
          <a:prstGeom prst="roundRect">
            <a:avLst>
              <a:gd name="adj" fmla="val 4706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0" y="20299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Ngoài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875520" y="2377440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Turnstile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411480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Đây là MODULAR MONOLITH, không phải microservices - một codebase, một deploy, một DB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Async có nhưng không có broker: Vercel cron + ai_jobs table + webhook callback (Resend) + async fallback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project chung với một sản phẩm nội bộ khác - tách biệt bằng RLS, không phải DB riêng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nghệ sử dụng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Tầng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Lựa chọn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Lý do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Framework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Next.js 16.4 App Router, React 19, TS strict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RSC giảm JS client, real routes deep-link được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Styling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Tailwind v4 @theme + CSS-var tokens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Một design language (Fluent 2) toàn app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 UI (shadcn) + custom components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Accessible primitives sẵn, tự do custom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Supabase: Auth + Postgres + RLS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tự build backend, RLS = chống rò rỉ chéo vai trò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access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@supabase/ssr + supabase-js, Server Actions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cần API layer riêng (ADR-6)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Export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docx, pptxgenjs, xlsx (SheetJS CDN), KaTeX, print CSS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Sổ/đề/báo cáo ra file thật - nghiệp vụ hành chính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Pro region sin1 (Singapore), *.vieschool.com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Gần user VN, WAF + budgets sẵn có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tổng thể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Modular monolith - vì sao KHÔNG phải microservices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 là modular monolith - cấu trúc bên trong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Bounded context (module)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Đường route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Dữ liệu riêng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Chủ nhiệm (GVCN)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records/, attendance/, academics/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hồ sơ, điểm danh, điểm số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Sổ chủ nhiệm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seating, KPI, signoff, events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Hạnh kiểm - cố vấn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conduct/, counseling/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conduct_records, cases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Truyền thông PH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parents/, announcements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messages, appointments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Hoạt động - an toàn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activities/, safety/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activities, incidents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Thi đua - năng lực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emulation/, competency/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scores, evidence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(BGH/Sở/Tổ)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school/, dept/, team/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views aggregate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 kernel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lib/auth, rbac, supabase, utils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profiles, schools, notifications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= route group + bảng riêng + policy riêng. Ranh giới module được enforce bởi RLS, không phải network boundary.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Vì sao KHÔNG microservices - phân tích theo bài toán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Modular monolith (đã chọn)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Microservices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vận hành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1-2 dev + agent - 1 service duy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Mỗi service cần owner, monitoring, on-call riêng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Nhất quán dữ liệu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ACID trong 1 Postgres - period_absences upsert attendance_records trong 1 transaction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Saga/eventual consistency cho cùng thao tác - phức tạp hơn nhiều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trễ trong domain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Function call trong process - join trực tiếp ~30 bảng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call giữa services, join qua API - dashboard aggregate rất đắt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quyền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dùng chung my_role()/my_school_id() - một lần định nghĩa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Phải tái tạo policy ở từng service hoặc thêm service mesh/authz layer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Deploy/rollback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deploy, 1 rollback - atomic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Version matrix N services - contract testing bắt buộc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Vercel project + 1 Supabase - ~$45/tháng cap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 projects + N DB + broker + observability - gấp nhiều lần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Microservices có bao giờ đúng cho SCN không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Dấu hiệu cần tách service - và thực tế SCN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&gt;10 dev dẫm chân nhau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SCN: đội rất nhỏ, conflict giải quyết bằng module boundaries + code review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module có load profile khác hẳn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SCN: mọi module đều CRUD dashboard - không có hot path cần scale riêng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Cần ngôn ngữ/stack khác cho một phần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SCN: chỉ phần xuất file nặng compute - đã xử lý phía client (pptxgenjs/docx chạy trong browser)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tách được không cần join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SCN: ngược lại - điểm danh chéo sổ đầu bài, KPI tổng hợp nhiều nguồn - chống tách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luận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Microservices ở quy mô này = distributed monolith tệ hơn monolith tốt. Điểm tách hợp lý duy nhất hiện có: AI jobs - đã tách thành async pattern (bảng ai_jobs + callback) mà không cần service riêng.</a:t>
            </a:r>
            <a:endParaRPr lang="en-US" sz="13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 topology: một repo một sản phẩm, không phải monorepo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Repo riêng hiện tại (đã chọn)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Monorepo (turborepo/Nx)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Thực tế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SCN là 1 repo độc lập, single-package (không workspaces), push master - deploy đúng project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Một repo chứa nhiều apps + packages chung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 boundary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Push master repo nào - deploy đúng project đó, đơn giản tuyệt đối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Cần affected-graph để không deploy lại cả ứng dụng khi sửa shared lib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Code chia sẻ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Chia sẻ qua harness scripts/skills vendored vào repo - không phải packages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 packages import trực tiếp - tiện nhưng couple phiên bản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Blast radius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Lỗi/secret/bug giới hạn trong 1 repo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Một commit xấu có thể phá nhiều app cùng lúc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Quyền truy cập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Repo-level - dễ cấp quyền từng sản phẩm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Cần CODEOWNERS phức tạp để chặn chéo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Phù hợp bài toán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SCN độc lập lifecycle/khách hàng - không share domain model với ai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đúng nếu nhiều app chia sẻ domain model chung - SCN không có nhu cầu đó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 là bounded context hoàn chỉnh - repo riêng phản ánh đúng ranh giới deploy và ranh giới domain.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III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dữ liệu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Postgres - multi-tenant bằng RLS - schema-per-app bằng naming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Topology dữ liệu - 3 cấp độ chia sẻ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Cấp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Thực tế 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Phương án thay thế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Đánh giá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Giữa các sản phẩm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Chung 1 Supabase project với một app nội bộ khác - tách bằng table naming + RLS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 riêng cho 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Chung = rẻ + ít ops; rủi ro: nhiễu resource, tách bằng naming + RLS chứ không mạnh bằng DB riêng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Giữa các trường (tenant)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 tables + school_id + RLS policy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Schema-per-school / DB-per-school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Shared+RLS = query/migration đơn giản, onboard trường mới = insert rows; schema-per-school chỉ đúng khi compliance bắt buộc cô lập cứng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Bên trong 1 app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~30 bảng quan hệ chặt + views + RPC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Nhiều schema/DB theo bounded context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Join chéo là yêu cầu cốt lõi (attendance_daily gộp 2 nguồn) - 1 DB là điều kiện cần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tiên đơn giản vận hành: 1 project, 1 schema, RLS làm việc nặng phân tách ở mọi cấp.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Nhất quán dữ liệu - lý do số 1 chọn monolith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Cross-module consistency bằng transaction, không bằng event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 hai nguồn hợp nhất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Ghi period_absences - upsert attendance_records (source='period_log') - view attendance_daily gộp: hai màn hình không bao giờ mâu thuẫn. Microservices sẽ cần saga + eventual consistency cho cùng việc này.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= SQL views, không phải cache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dashboard_gvcn aggregate trực tiếp - luôn đúng, không có cache invalidation problem; count ở DB thay vì fetchAllRows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Invariant tại DB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constraints cho enum mở rộng được, triggers sinh notifications - quy tắc nghiệp vụ sống ở tầng không thể bypass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đổi chấp nhận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Lock dài trên bảng nóng (attendance) khi lớp lớn lưu đồng loạt - chưa là vấn đề ở quy mô trường học VN; nếu có sẽ giải bằng upsert batch + ít transaction hơn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async - có, nhưng không có broker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Nhu cầu async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Cơ chế hiện tại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Tại sao đủ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Khi nào không đủ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Cron định kỳ (digest PH, radar sync)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cron - /api/cron/*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jobs, tần suất thấp - broker thừa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Hàng chục jobs tần suất cao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job dài (TTS, sinh đề)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Bảng ai_jobs + Devin session async + /api/ai/devin-callback (token per-job)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Job chạy ngoài request - DB làm queue trạng thái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Throughput hàng nghìn job/phút cần SQS/Redis thật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Webhook nhận (Resend)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/api/webhooks/resend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Route Handler xác thực signature - chuẩn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Realtime UI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poll qua useAiJob + router.refresh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Tần suất thấp, độ trễ giây chấp nhận được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Collaboration thật (nhiều người sửa cùng lúc) sẽ cần Supabase Realtime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tắc: DB + cron + webhook đáp ứng mọi nhu cầu async hiện tại - thêm broker chỉ khi có số đo chứng minh cần.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Caching &amp; performance - tối giản có chủ đích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Redis/Memcached - và không cần ở quy mô này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cache() cho getProfile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Dedup auth lookup trong 1 request - layout+page+actions gọi tự do không tốn roundtrip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shell + RSC streaming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Splash '/' prerender - TTFB p95 ~450ms; loading.tsx skeleton mọi route group - paint tức thì trước khi data về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Đẩy compute xuống đúng tầng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 ở SQL views (DB gần data); xuất file docx/pptx ở browser (không tốn server CPU); KaTeX render client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Cache tầng Vercel CDN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assets + ISR mặc định của Next - không tự quản cache layer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Khi nào cần thêm cache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aggregate chậm ở hàng nghìn trường - materialized views hoặc Redis; hiện chưa có số đo nào đòi hỏi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IV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 &amp; đánh giá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tổng thể - ưu nhược - mức độ phù hợp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kiến trúc tổng thể cho cùng bài toán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Modular monolith serverless (đã chọn)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Microservices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Monolith VPS truyền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Low-code / LMS có sẵn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Phức tạp vận hành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Nhất quán 10 vai trò x 30 bảng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ACID + RLS - chặt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Eventual - khó đảm bảo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ACID được, RLS tự viết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Hạn chế customize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Time-to-market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Nhanh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Chậm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Nhanh cho CRUD, kẹt nghiệp vụ VN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 ở quy mô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~$45/tháng cap cứng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&gt;&gt; gấp nhiều lần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VPS rẻ + công ops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Per-seat đắt khi scale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Đường thoát khi scale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Tách module nóng thành service khi có số đo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Đã phân mảnh sẵn nhưng trả giá từ ngày 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Scale-up giới hạn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Lock-in cứng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điểm của kiến trúc đã chọn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Bảo mật theo thiết kế, không theo kỷ luật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RLS ở DB = lớp cuối bất khả xâm phạm kể cả khi app bug; 10 vai trò phức tạp vẫn default-deny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Nhất quán dữ liệu tuyệt đối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Postgres - cross-module invariants trong transaction; điểm danh hai nguồn không bao giờ lệch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Tốc độ phát triển cao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Actions + generated types + SQL trực tiếp; feature mới không cần plumbing API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Zero-ops thật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deployable, git push = deploy, rollback 1 click; monitoring Upptime + weekly harness tự audit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 phí dự đoán được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Spend cap toàn chuỗi - thiết kế zero-overage từ đầu, không phải vá sau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boundaries rõ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 groups = bounded contexts; tách được thành service sau này nếu có số đo - không bị khóa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Nhược điểm &amp; cách giảm thiểu - nói thẳng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Nhược điểm / rủi ro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Mức độ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Giảm thiểu / đường thoát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Single point of failure: 1 app chết - cả hệ thống chết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về mặt lý thuyết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multi-region sin1 + static shell vẫn serve khi function lỗi; blast radius nhỏ vì CRUD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Chung Supabase project với app nội bộ khác - nhiễu resource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Tách project khi một bên tăng trưởng; naming + RLS đã chuẩn bị sẵn cho việc tách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khó test + ~30 bảng phức tạp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- complexity thật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Convention: test policy từng vai trò bằng execute_sql trước khi wire UI; complexity này có ở mọi phương 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có broker - async quy mô lớn sẽ kẹt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 ở quy mô hiện tại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ai_jobs pattern đã có; thêm queue khi throughput đòi hỏi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Vendor lock-in nhẹ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Postgres chuẩn + code tách lib/supabase/* - migrate được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 Actions kém audit hơn REST rõ ràng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checkActionRole bắt buộc + audit_logs mọi mutation nhạy cảm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scale - gãy ở đâu trước, xử lý thế nào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Quy mô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gãy đầu tiên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Đường xử lý (đã chuẩn bị trong thiết kế)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100-500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aggregate chậm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Materialized views + index; pattern sẵn - đổi cách đọc không đổi kiến trúc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1.000-5.000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Connection pool + write hotspot attendance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 pooler + partition attendance_records theo academic_year; tách Supabase project riêng cho 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throughput cao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ai_jobs poll-based kẹt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Thay bằng queue thật (Supabase pgmq / SQS) - seam đã có sẵn ở useAiJob + callback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Nhiều tenant lớn (Sở toàn tỉnh)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evaluation cost trên bảng lớn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Partition theo school_id hoặc schema-per-dept - RLS đã có school_id sẵn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lớn hơn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Monolith conflict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Tách module nóng ra service - route group boundaries đã là bounded context sẵn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 kiến trúc: mọi seam tách (ai_jobs, RLS school_id, route groups) đã được đặt sẵn - scale = đổi bên trong seam, không phải viết lại.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Mức độ phù hợp với bài toán - bảng đối chứng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Yêu cầu bài toán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Kiến trúc đáp ứng thế nào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vai trò, phân quyền phức tạp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3 lớp + requireRole + mergedNav - điểm mạnh số 1 của lựa chọn này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Dữ liệu liên kết chặt (điểm danh chéo, KPI tổng hợp)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Postgres + transaction - microservices sẽ phá vỡ đúng chỗ này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Nghiệp vụ trường học VN đặc thù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Schema chuyên biệt (sổ đầu bài, thi đua, HK), không ép vào LMS quốc tế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Demo/bán hàng nhiều vai trò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 accounts + role preview mượt, RLS vẫn chặt (ADR-5)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Đội nhỏ, không ops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Zero-ops serverless - monolith VPS hay microservices đều cần người vận hành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vượt ngân sách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Spend cap toàn chuỗi enforce bằng công cụ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 tài liệu hành chính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docx/pptxgenjs/xlsx/print CSS client-side - không tốn server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LUẬN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Modular monolith serverless - đúng bài toán, đúng quy mô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10515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Microservices cho bài toán này = trả giá distributed systems cho lợi ích không cần: dữ liệu liên kết chặt chống tách, đội nhỏ chống ops nặng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 riêng single-package thay monorepo: SCN là bounded context hoàn chỉnh, deploy boundary = domain boundary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RLS biến yêu cầu khó nhất (phân quyền đa vai trò) thành thế mạnh; 1 Postgres giữ nhất quán mà không cần saga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broker/Redis vì chưa có số đo đòi hỏi - seams (ai_jobs, cron, route groups) đã đặt sẵn để thêm khi scale chứng minh cần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đổi lớn nhất chấp nhận: SPOF 1 deployable + shared Supabase - cả hai đều có đường thoát rõ khi quy mô đòi hỏi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kèm: USER-GUIDE-vieschool.pptx (38 slides, 10 vai trò) - docs/project/ARCHITECTURE.md (chi tiết kỹ thuật)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2026-10-26T11:47:22Z</dcterms:created>
  <dcterms:modified xsi:type="dcterms:W3CDTF">2026-10-26T11:47:22Z</dcterms:modified>
</cp:coreProperties>
</file>