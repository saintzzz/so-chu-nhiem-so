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KỊCH BẢN DEMO - SỔ CHỦ NHIỆM SỐ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số hóa công tác chủ nhiệm &amp; công cụ giáo viên - VieSchool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demo: https://sochunhiem.vieschool.com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Mật khẩu demo chung: demo1234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bản: 10/2026 - CR-036 (data thật) + CR-038 (vai trò kiêm nhiệm)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buổi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30-40 phút - theo luồng công việc thật của trường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Chứng minh hệ thống gánh được công việc thật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phải màn hình mẫu - dữ liệu liên thông điểm danh, điểm, sổ đầu bài, phụ huynh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đủ vòng: GVCN ghi nhận -&gt; tổ trưởng duyệt -&gt; BGH phê duyệt -&gt; phụ huynh nhận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Chứng minh phân quyền đúng thực tế trường VN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nhiệm: GVCN vẫn dạy môn, tổ trưởng vẫn đứng lớp, PHT/HT vẫn có tiết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 dữ liệu: trường - cơ sở - tổ - lớp chủ nhiệm - con mình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vai trò chỉ nhìn thấy chức năng mình được cấp (menu + route + database)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Chứng minh bám quy định Bộ GD&amp;ĐT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 22/2021 đánh giá (điểm số THCS, mức độ tiểu học); TT 15/2026 Điều lệ trường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bài dạy theo biểu mẫu CV 5512; NQ 37 định mức biên chế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trường - quy mô như trường thật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theo cơ cấu tổ chức chuẩn: tổ chuyên môn, phân môn, TKB đầy đủ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1463040"/>
                <a:gridCol w="128016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sinh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Cán bộ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Đặc điểm demo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THCS Nguyễn Du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lớp (6A1-9A3)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~435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cơ sở - demo giới hạn PHT; 4 tổ chuyên môn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 Chu Văn 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lớp (1A1-5A3)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tổ theo khối; đánh giá mức độ TT 22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 Kim Đồng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lớp (1A1-5A2)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~340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tổ; trường nhỏ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trường có đủ nhân sự thực tế: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Hiệu trưởng + Phó hiệu trưởng, kế toán, tổ trưởng, GVCN từng lớp, GVBM phân tổ + phân môn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Mã nhân viên, loại hợp đồng, trình độ, cơ sở công tác - như hồ sơ nhân sự thật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nghiệp vụ đã chạy sẵn: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TKB 985/985 tiết có giáo viên; điểm, chuyên cần, hạnh kiểm, hoạt động, sự cố, cảnh báo sớm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TVC360: 360 câu/trường gán đúng giáo viên bộ môn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theo vai trò - mật khẩu chung demo1234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chính của THCS Nguyễn Du (trường khác: @cva.scn / @kd.scn)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6217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khoản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&amp; kiêm nhiệm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Hiệu trưởng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hainv@nd.scn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Văn Hải - kiêm dạy (bgh + gvbm)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PHT cơ sở 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duclm@nd.scn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Lê Minh Đức - chỉ lớp A3, kiêm dạy (pht + gvbm)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hanhlth@nd.scn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Lê Thị Hồng Hạnh - Tổ Toán-TN (to_truong + gvbm)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 8A2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anhptl@nd.scn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Thị Lan Anh - GVCN + dạy Toán + Tổ trưởng (3 vai trò)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 Vật lý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minhtv@nd.scn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Trần Văn Minh - đơn vai trò (đối chứng)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 toán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trangpt@nd.scn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Thu Trang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annv@nd.scn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Văn An - bố em Nguyễn Gia Bảo (8A2)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sinh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baong@nd.scn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Gia Bảo - lớp 8A2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Sở GD&amp;ĐT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sovqt@demo.scn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Vũ Quản Trị Sở - giám sát cả 3 trường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daonvl@demo.scn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Ngô Văn Lãnh Đạo - dashboard địa bàn, chỉ đọc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admin@demo.scn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Toàn hệ thống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NHẤN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- đúng thực tế trường học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CR-038: vai trò chính + vai trò kiêm nhiệm, tính quyền ở mọi tầng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toán thật: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luôn kiêm dạy bộ môn; tổ trưởng vẫn đứng lớp; PHT/Hiệu trưởng vẫn có tiết dạy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một vai trò duy nhất bóp méo thực tế - người dùng phải đăng xuất đổi tài khoản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Cách hệ thống xử lý: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profiles.role = vai trò chính; concurrent_roles = vai trò kiêm nhiệm (gvcn, gvbm, to_truong, bgh, pht)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gộp tất cả chức năng của mọi vai trò, tự loại trùng; topbar hiển thị đủ nhãn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= vai trò chính + kiêm nhiệm, kiểm soát ở UI + server action + chính sách database (RLS)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 dữ liệu vẫn tách vai trò: GVCN chỉ lớp mình, PHT chỉ cơ sở mình, tổ trưởng chỉ tổ mình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thể tự gán vai trò kiêm nhiệm quyền cao - trigger database chặn leo quyền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phân vai trò kiêm nhiệm tại trang Tài khoản giáo viên (/school/users)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A - GVCN MỘT NGÀY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anhptl@nd.scn - cô Phạm Thị Lan Anh, lớp 8A2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 phút - mở đầu bằng điểm nhấn 3 vai trò trên topbar và menu gộp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Dashboard lớp chủ nhiệm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Sĩ số 8A2, tỷ lệ chuyên cần, cảnh báo sớm, việc cần xử lý trong ngày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Kèm các lớp cô đang dạy Toán - vì cô kiêm GVBM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Điểm danh hàng ngày (/attendance/daily)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vắng 1 em -&gt; kiểm chứng: sổ đầu bài đồng bộ + phụ huynh nhận thông báo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Đây là tính năng 'cross-module': một ghi nhận, ba nơi cập nhật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Sổ điểm (/academics/grades)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8A2 đã có điểm miệng/15'/giữa kỳ các môn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Nhập thêm điểm Toán (cô dạy Toán 8A2) - hệ thống chỉ cho nhập môn mình dạy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Sổ đầu bài + sơ đồ chỗ ngồi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TKB đã xếp sẵn; ghi nhật ký tiết dạy; sơ đồ lớp có sẵn từ đầu năm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Nói với khán giả: 'Cô Lan Anh chỉ cần 1 tài khoản cho cả 3 công việc - đây là thực tế của 90% giáo viên chủ nhiệm.'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A - GVCN MỘT NGÀY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giáo án, liên lạc phụ huynh, hồ sơ lớp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 phút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Kế hoạch bài dạy (/academics/lesson-plans)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KHBD theo biểu mẫu cấu trúc CV 5512: mục tiêu - thiết bị - 4 hoạt động đủ a,b,c,d,đ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Nộp giáo án -&gt; chuyển hàng chờ cho tổ trưởng (luồng B)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thể soạn nhanh bằng Studio DC-01 (AI/rule-based cùng khung 5512)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Liên lạc phụ huynh (/parents/compose)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thông báo cho PH lớp -&gt; sang luồng D kiểm chứng PH nhận được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Kênh email thật (Resend); hộp thư phản hồi hai chiều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Hồ sơ lớp (/register/roster)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sách HS sắp theo tên gọi Việt Nam, ban cán sự, tổ/nhóm, liên kết PH sẵn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danh sách HS bằng Excel/CSV khi đầu năm (/records/upload)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B - PHÊ DUYỆT 2 CẤP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hanhlth@nd.scn rồi hainv@nd.scn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 phút - chứng minh quy trình quản trị chuyên môn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Tổ trưởng duyệt (cô Hạnh - Tổ Toán-Tự nhiên)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'Tổ chuyên môn' -&gt; Duyệt giáo án: thấy giáo án của GV trong tổ mình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Xem bản cấu trúc CV 5512 -&gt; Duyệt (hoặc trả về kèm nhận xét)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 Lan Anh (đang là GVCN) cũng mở được trang này vì kiêm tổ trưởng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BGH phê duyệt (thầy Hải)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Trung tâm phê duyệt (/school/approvals): giáo án 'team_approved' trong hàng chờ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-&gt; trạng thái 'approved', giáo viên nhận thông báo tự động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Điểm nhấn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 tổ: tổ trưởng chỉ thấy giáo án của tổ mình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 trường: BGH thấy toàn trường; trạng thái ghi nhận từng cấp trong database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C - ĐIỀU HÀNH TRƯỜNG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hainv@nd.scn + đối chứng duclm@nd.scn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 phút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Dashboard BGH (/school/dashboard)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toàn trường: chuyên cần, sự cố, radar cảnh báo sớm, tình hình phê duyệt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TKB + phân công + nhân sự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TKB toàn trường: 360 tiết/tuần của 12 lớp, không tiết trống (import Excel được)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công năm học: GVCN từng lớp + GVBM phân môn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sự: 34 cán bộ có mã NV, hợp đồng, trình độ, tổ chuyên môn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Đối chứng PHT (đổi tài khoản duclm@nd.scn)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Cùng màn hình nhưng chỉ thấy 4 lớp A3 của Cơ sở 2 - giới hạn phạm vi thật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 không thấy mục 'Học sinh toàn trường' (hồ sơ chi tiết chỉ dành BGH - TT15)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Báo cáo cấp trên (/dept từ sogd)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GD&amp;ĐT tổng hợp cả 3 trường trên cùng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D - PHỤ HUYNH &amp; HỌC SINH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annv@nd.scn, baong@nd.scn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 phút - cổng thông tin hai chiều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Cổng phụ huynh (/portal/parent)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thấy con mình: Nguyễn Gia Bảo - 8A2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Điểm, chuyên cần, hạnh kiểm, thông báo từ GVCN gửi ở luồng A (và email thật)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Trao đổi hai chiều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Nhắn tin cho GVCN, đặt lịch hẹn -&gt; cô Lan Anh nhận thông báo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Cổng học sinh (/portal/student)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TKB của 8A2, điểm, hạnh kiểm, thông báo - giao diện riêng cho HS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nhấn riêng tư: phụ huynh chỉ truy cập hồ sơ con mình - không xem được học sinh khác kể cả cùng lớp.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E+F - CẤP TRÊN &amp; TRƯỜNG TIỂU HỌC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sovqt, daonvl, oanhdtk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~6 phút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E1. Sở GD&amp;ĐT (sovqt@demo.scn)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hợp 3 trường trên một dashboard; /dept/schools tạo trường mới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/dept/usage giám sát mức độ sử dụng từng trường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E2. UBND (daonvl@demo.scn)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địa bàn - chỉ đọc, không có nút ghi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F1. Tiểu học Chu Văn An (oanhdtk@cva.scn)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theo MỨC ĐỘ (không phải điểm số) - đúng TT 22/2021 cho tiểu học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 Oanh GVCN 3A2 cũng là tổ trưởng Tổ Khối 3 - kiêm nhiệm như THCS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F2. Đa trường, một hệ thống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Cùng một nền tảng phục vụ TH và THCS - cấu hình theo cấp học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cô lập tuyệt đối: BGH trường này không thấy trường kia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CHỨNG PHÂN QUYỀN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smoke - 6 phép thử nhanh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trực tiếp trong buổi demo nếu khán giả yêu cầu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Kiểm tra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Cách demo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Kỳ vọng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Cô lập trường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phuongttm@cva.scn mở URL chức năng trường 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thấy dữ liệu Chu Văn 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Giới hạn PHT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duclm@nd.scn xem danh sách lớp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4 lớp A3 - Cơ sở 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 không quyền 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minhtv@nd.scn vào route chủ nhiệm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Redirect về trang chủ GVBM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 chỉ thấy con mình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annv@nd.scn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hồ sơ em Nguyễn Gia Bảo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UBND chỉ đọc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daonvl@demo.scn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có nút ghi nào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theo quyền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Soi menu từng tài khoản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Mỗi vai trò chỉ thấy chức năng được cấp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chứng tự động: node scripts/check-nav-access.mjs - 158 mục menu đối chiếu quyền từng route.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PHÂN QUYỀN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lớp phòng thủ - không chỉ là ẩn menu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Ẩn menu chỉ là bề nổi; quyền được ép ở mọi tầng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1 - Giao diện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gộp theo vai trò hiệu lực; mục nào không có quyền thì không hiện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Nút ghi (duyệt, xóa, sửa) ẩn theo vai trò - UBND không thấy nút nào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2 - Route + Server action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trang gọi requireRoles - gõ URL trực tiếp cũng bị đẩy về trang chủ của vai trò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action gọi checkActionRole - không tin layout guard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3 - Database (RLS)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158 chính sách row-level theo vai trò hiệu lực + phạm vi trường/cơ sở/tổ/lớp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 quyền bị trigger chặn ngay trong database - kể cả gọi API trực tiếp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HỎI ĐÁP &amp; BƯỚC TIẾP THEO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 buổi demo có thể: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Bàn giao tài khoản pilot cho trường tự trải nghiệm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Khởi tạo trường mới từ đầu theo docs/user-guide/KHOI-TAO-TRUONG-MOI.md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(file Excel mẫu kèm theo - nhập cán bộ, lớp, học sinh, phụ huynh, TKB một lần)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Re-seed lại dữ liệu demo bất cứ lúc nào: node scripts/seed-real-demo.mjs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hệ sinh thái số cho trường học Việt Nam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2026-10-08T10:54:21Z</dcterms:created>
  <dcterms:modified xsi:type="dcterms:W3CDTF">2026-10-08T10:54:21Z</dcterms:modified>
</cp:coreProperties>
</file>