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KỊCH BẢN DEMO E2E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LUỒNG VẬN HÀNH TRƯỜNG MỚI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Từ khi Sở GD tạo trường đến khi phụ huynh xem được con em mình - chạy thật trên production, verify bằng database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URL: https://sochunhiem.vieschool.com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Bám quy trình đầu năm học thật của trường THCS Việt Nam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Đã chạy E2E tự động: 23/23 bước PASS (10/10/2026) - scripts/qa-lifecycle-e2e.mjs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đính kèm trong: docs/demo/e2e-assets/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TỔNG QUAN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Luồng E2E: 6 stage, 23 bước kiểm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Mỗi hành động trên UI đều được kiểm chứng lại bằng dữ liệu trong database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737360"/>
                <a:gridCol w="6675120"/>
                <a:gridCol w="18288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Stage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Vai trò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Nội dung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Kết quả E2E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Sở GD&amp;ĐT (so_gd)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Tạo trường mới: auto-seed năm học, 2 tổ chuyên môn, 14 môn học, tài khoản BGH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5/5 PASS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Hiệu trưởng (bgh)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Login lần đầu - tạo GVCN + GVBM - tạo lớp 6A1 - import CSV 6 HS - phân công GVCN - xem danh sách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6/6 PASS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GVCN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Điểm danh ngày (1 vắng KP) - liên kết PH + cấp tài khoản - deny-path - Studio AI generate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5/5 PASS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GVBM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Login - truy cập route cấm bị chặn + redirect về home riêng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3/3 PASS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Phụ huynh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Portal thấy đúng con em đã liên kết - audit log ghi đủ hành động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3/3 PASS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Hệ thống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Cleanup: xóa sạch trường test + auth users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1/1 PASS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3550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Luồng này map 1-1 quy trình thật: Sở/Phòng cấp chỉ tiêu -&gt; trường lập lớp -&gt; phân công GVCN/GVBM -&gt; GVCN nhận danh sách, điểm danh, liên kết phụ huynh.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CHUẨN BỊ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khoản demo và file đính kèm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Dữ liệu demo có sẵn trên production - mật khẩu chung: demo1234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5943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Vai trò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Tài khoản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Dùng cho stage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Sở GD&amp;ĐT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sovqt@demo.scn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- tạo trường mới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Hiệu trưởng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hainv@nd.scn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 - setup trường (demo thay cho BGH trường mới)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GVCN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anhptl@nd.scn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 - điểm danh, liên kết PH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GVBM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minhtv@nd.scn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 - kiểm tra phân quyền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Phụ huynh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annv@nd.scn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 - cổng phụ huynh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7607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đính kèm: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docs/demo/e2e-assets/danh-sach-hoc-sinh-mau.csv (6 dòng HS mẫu)  |  docs/qa/lifecycle-e2e-2026-10-10.json (kết quả 23 checks)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63550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Lưu ý trình diễn: khi demo trường mới tạo thật, dùng email BGH mới do Sở GD nhập ở stage A - account đó login được ngay (đã verify E2E).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A - SỞ GD&amp;ĐT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Tạo trường mới (1 thao tác, hệ thống tự seed)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Vai trò: sovqt@demo.scn - menu Điều hành / Trường học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52120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Thao tác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Vào /dept/schools - bấm cấp trường (THCS)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Nhập: tên trường, mã trường (in hoa), họ tên + email + mật khẩu BGH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Bỏ tick 'Tạo dữ liệu demo' nếu muốn trường trống - bấm Tạo trường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tự tạo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năm học hiện tại - 2 tổ chuyên môn (Tự nhiên, Xã hội)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môn học theo cấp - tài khoản BGH (login được ngay)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quả E2E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schools + academic_years + departments + subjects + profiles đều có row - audit 'school.provision'</a:t>
            </a:r>
            <a:endParaRPr lang="en-US" sz="1200" dirty="0"/>
          </a:p>
        </p:txBody>
      </p:sp>
      <p:pic>
        <p:nvPicPr>
          <p:cNvPr id="7" name="Image 0" descr="docs/demo/e2e-assets/a1-dept-schoo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600200"/>
            <a:ext cx="5852160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0" y="585216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a1-dept-schools.png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58978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đính kèm: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(không cần file - thao tác trực tiếp trên UI)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63550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Thời gian đo được: ~5.5s cho toàn bộ tạo trường + seed.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B - HIỆU TRƯỞNG (1/4)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Tạo tài khoản giáo viên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Vai trò: BGH trường mới (demo: hainv@nd.scn) - menu Quản trị / Tài khoản giáo viên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52120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Thao tác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Vào /school/users - bấm '+ Thêm giáo viên'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Nhập họ tên - email tự đề xuất theo tên (có thể sửa) - mật khẩu - vai trò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Tạo 2 tài khoản: 1 GVCN + 1 GVBM - form giữ mở để nhập tiếp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 thể gán cơ sở, tổ chuyên môn, mã cán bộ, loại hợp đồng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quả E2E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profiles có 2 row role gvcn + gvbm, đúng school_id - auth users login được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Điểm nói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 trận quyền chức năng ngay dưới: BGH bật/tắt feature theo vai trò hoặc từng GV</a:t>
            </a:r>
            <a:endParaRPr lang="en-US" sz="1200" dirty="0"/>
          </a:p>
        </p:txBody>
      </p:sp>
      <p:pic>
        <p:nvPicPr>
          <p:cNvPr id="7" name="Image 0" descr="docs/demo/e2e-assets/b1-school-us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600200"/>
            <a:ext cx="5852160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0" y="585216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b1-school-users.png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63550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Thời gian: ~1.5s/tài khoản.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B - HIỆU TRƯỞNG (2/4)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Tiếp nhận lớp mới 6A1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 Hồ sơ lớp học / Tiếp nhận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52120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Thao tác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Vào /records/intake - bấm 'Tiếp nhận lớp mới'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Nhập tên lớp 6A1 - chọn khối 6 - Tạo lớp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quả E2E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classes row: school_id + academic_year_id đúng, status=active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Bám quy trình thật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Tương đương bước 'trường lập danh sách lớp' sau khi Sở/Phòng cấp chỉ tiêu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bốc thăm lớp công khai (lớp đầu cấp) là thủ tục ngoài app - kết quả nhập vào đây</a:t>
            </a:r>
            <a:endParaRPr lang="en-US" sz="1200" dirty="0"/>
          </a:p>
        </p:txBody>
      </p:sp>
      <p:pic>
        <p:nvPicPr>
          <p:cNvPr id="7" name="Image 0" descr="docs/demo/e2e-assets/b2-records-intak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600200"/>
            <a:ext cx="5852160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0" y="585216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b2-records-intake.png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63550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Thời gian: ~3.6s (bao gồm render danh sách lớp).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B - HIỆU TRƯỞNG (3/4)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 danh sách học sinh bằng CSV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 Hồ sơ lớp học / Upload danh sách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52120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Thao tác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Vào /records/upload - kéo thả hoặc chọn file CSV đính kèm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parse + validate từng dòng: '6 dòng hợp lệ' + preview bảng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Chọn 'Nhập vào lớp' = 6A1 - bấm 'Nhập 6 học sinh'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Dòng lỗi (thiếu tên, sai ngày sinh/giới tính) bị chặn, không vào DB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quả E2E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= 6 row đúng class_id - mã HS tự sinh HS000xxx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Điểm nói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Nhận header Việt (ma_hs, ho_ten...) lẫn Anh (code, full_name...)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 'Tải template' .xlsx chuẩn - hoặc AI trích xuất từ văn bản dán</a:t>
            </a:r>
            <a:endParaRPr lang="en-US" sz="1200" dirty="0"/>
          </a:p>
        </p:txBody>
      </p:sp>
      <p:pic>
        <p:nvPicPr>
          <p:cNvPr id="7" name="Image 0" descr="docs/demo/e2e-assets/b3-upload-csv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600200"/>
            <a:ext cx="5852160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0" y="585216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b3-upload-csv.png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58978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đính kèm: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docs/demo/e2e-assets/danh-sach-hoc-sinh-mau.csv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63550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Thời gian: ~1.8s cho 6 HS.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B - HIỆU TRƯỞNG (4/5)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công GVCN cho lớp 6A1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 Quản trị / Phân công năm học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52120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Thao tác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Vào /school/assignments - bảng '1. Phân công GVCN': chọn GV cho 6A1 - 'Lưu phân công CN'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Mục 2-3 cùng trang: gán môn phụ trách cho GVBM + xếp thời khóa biểu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quả E2E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classes.gvcn_id = profile GVCN (verify trực tiếp trong DB)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Bám quy trình thật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Tương đương bước 'phân công GVCN + GVBM theo phương án của trường'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Trọn luôn bước 'phê duyệt TKB' đầu năm trên cùng màn</a:t>
            </a:r>
            <a:endParaRPr lang="en-US" sz="1200" dirty="0"/>
          </a:p>
        </p:txBody>
      </p:sp>
      <p:pic>
        <p:nvPicPr>
          <p:cNvPr id="7" name="Image 0" descr="docs/demo/e2e-assets/b4-assignm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600200"/>
            <a:ext cx="5852160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0" y="585216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b4-assignments.png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B - HIỆU TRƯỞNG (5/5)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Kiểm tra danh sách học sinh toàn trường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 Học sinh &amp; chất lượng / Danh sách học sinh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52120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Thao tác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Vào /school/students - lọc theo lớp 6A1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Đối chiếu đủ 6 em vừa import từ CSV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quả E2E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6/6 tên HS hiển thị - sort theo tên riêng (chuẩn Việt Nam)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Điểm nói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BGH thấy toàn bộ HS trường; GVCN chỉ thấy lớp mình chủ nhiệm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Tìm kiếm + phân trang sẵn cho trường lớn (1.000+ HS)</a:t>
            </a:r>
            <a:endParaRPr lang="en-US" sz="1200" dirty="0"/>
          </a:p>
        </p:txBody>
      </p:sp>
      <p:pic>
        <p:nvPicPr>
          <p:cNvPr id="7" name="Image 0" descr="docs/demo/e2e-assets/b5-stud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600200"/>
            <a:ext cx="5852160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0" y="585216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b5-students.png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C - GVCN (1/2)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Điểm danh hằng ngày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Vai trò: GVCN vừa được phân công (demo: anhptl@nd.scn)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52120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Thao tác /attendance/daily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Chọn ngày - lớp 6A1 hiện đủ 6 HS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Chọn trạng thái từng em (chip: Có mặt / Vắng có phép / Không phép / Đi muộn) + ghi chú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Bấm 'Xác nhận chuyên cần'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quả E2E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attendance_records: 6 rows đúng ngày, 1 unexcused + note 'QA vắng không phép'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Điểm nói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Mặc định 'Có mặt' - chỉ chạm vào em vắng/muộn: 1 lớp 45 em xong trong 30 giây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Đồng bộ với sổ tiết (period log) - không lệch dữ liệu giữa 2 màn</a:t>
            </a:r>
            <a:endParaRPr lang="en-US" sz="1200" dirty="0"/>
          </a:p>
        </p:txBody>
      </p:sp>
      <p:pic>
        <p:nvPicPr>
          <p:cNvPr id="7" name="Image 0" descr="docs/demo/e2e-assets/c1-attend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600200"/>
            <a:ext cx="5852160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0" y="585216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c1-attendance.png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63550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Thời gian lưu: ~1.7s.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C - GVCN (2/2)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Liên kết phụ huynh + cấp tài khoản cổng PH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 Sổ chủ nhiệm / Danh sách HS &amp; Tổ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52120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Thao tác /register/roster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Mục 'Liên kết phụ huynh - học sinh': chọn HS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Nhập họ tên / SĐT / email PH (hoặc chọn PH có sẵn)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 'Cấp tài khoản đăng nhập cổng PH' + đặt mật khẩu - bấm Liên kết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quả E2E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parents + parent_students + auth user PH đều tạo - audit: 'Tạo + liên kết phụ huynh', 'parent.grant_access'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Điểm nói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 login được ngay - đúng thực tế đầu năm: GVCN thu thông tin PH tại buổi họp đầu tiên</a:t>
            </a:r>
            <a:endParaRPr lang="en-US" sz="1200" dirty="0"/>
          </a:p>
        </p:txBody>
      </p:sp>
      <p:pic>
        <p:nvPicPr>
          <p:cNvPr id="7" name="Image 0" descr="docs/demo/e2e-assets/c2-ros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600200"/>
            <a:ext cx="5852160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0" y="585216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c2-roster.png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63550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Thời gian: ~3s cho cả tạo PH + cấp account.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C-D - PHÂN QUYỀN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Deny-path: vai trò nào chỉ thấy việc của vai trò đó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Mỗi route có guard riêng - truy cập cấm bị redirect về trang chủ riêng, không leak 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52120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Kiểm chứng trên E2E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GVCN vào /school/users -&gt; bị đẩy về /dashboard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GVBM vào /records/students -&gt; bị đẩy về /academics/grades (ảnh bên)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GVBM vào /school/users -&gt; cũng về /academics/grades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Cơ chế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requireRoles([...]) trên từng route - default-deny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action kiểm role lần nữa (không chỉ UI)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RLS trên DB là lớp cuối - 158 policies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Studio AI (C4)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GVCN gọi Studio A-01 generate -&gt; 200 trong 7.4s qua chuỗi fallback 7 Gemini key x nhiều model -&gt; OpenAI -&gt; Anthropic</a:t>
            </a:r>
            <a:endParaRPr lang="en-US" sz="1200" dirty="0"/>
          </a:p>
        </p:txBody>
      </p:sp>
      <p:pic>
        <p:nvPicPr>
          <p:cNvPr id="7" name="Image 0" descr="docs/demo/e2e-assets/d1-gvbm-deni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600200"/>
            <a:ext cx="5852160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0" y="585216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d1-gvbm-denied.png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63550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Đây là điểm kiểm chứng bảo mật quan trọng: GV bộ môn không đụng được hồ sơ chủ nhiệm và quản trị nhân sự.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E - PHỤ HUYNH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Cổng phụ huynh thấy đúng con em mình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Vai trò: annv@nd.scn (trong E2E là PH vừa cấp account ở stage C)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52120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Thao tác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bằng email + mật khẩu PH đã cấp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Vào /portal/parent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quả E2E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Thấy đúng tên HS đã liên kết ('Nguyễn Văn QA Một') - không thấy HS lớp khác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Điểm nói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Kênh liên lạc = email (Resend): thông báo vắng, thông báo trường gửi tới parents.email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khoản PH do GVCN cấp ngay trong lúc liên kết - đúng thực tế đầu năm</a:t>
            </a:r>
            <a:endParaRPr lang="en-US" sz="1200" dirty="0"/>
          </a:p>
        </p:txBody>
      </p:sp>
      <p:pic>
        <p:nvPicPr>
          <p:cNvPr id="7" name="Image 0" descr="docs/demo/e2e-assets/e1-parent-port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600200"/>
            <a:ext cx="5852160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0" y="585216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e1-parent-portal.png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63550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Thời gian: ~3.4s load portal.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QUẢ KIỂM CHỨNG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23/23 bước PASS - mọi mutation đều verify trong DB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Chạy lại bất cứ lúc nào: node scripts/qa-lifecycle-e2e.mjs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669280"/>
                <a:gridCol w="24688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Kiểm chứng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Cách verify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Kết quả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Trường + seed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schools / academic_years / departments / subjects rows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year=1 dept=2 subj=14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tài khoản GV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profiles role gvcn+gvbm đúng school_id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Import CSV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students count theo class_id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students=6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Phân công GVCN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classes.gvcn_id sau khi lưu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Điểm danh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attendance_records theo ngày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rows=6, unexcused=1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Liên kết PH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parents + parent_students + auth profile_id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Deny-path x3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URL redirect sau khi vào route cấm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 x3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 portal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tên HS xuất hiện trong body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Audit trail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audit_logs theo actor_id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actions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Profiles cuối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bgh+gvcn+gvbm+phu_huynh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=4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43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đính kèm: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docs/qa/lifecycle-e2e-2026-10-10.json  |  docs/qa/QA-LIFECYCLE-E2E-2026-10-10.md  |  docs/demo/e2e-assets/ (10 ảnh + CSV)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63550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Sau test, script tự xóa sạch trường QAE* (students, profiles, auth users, audit...) - không rác trong production.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2026-10-10T20:00:50Z</dcterms:created>
  <dcterms:modified xsi:type="dcterms:W3CDTF">2026-10-10T20:00:50Z</dcterms:modified>
</cp:coreProperties>
</file>