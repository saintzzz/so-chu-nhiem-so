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ĐỀ XUẤT KINH PHÍ DỰ ÁN - ~2.79 TỶ ĐỒNG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+ TVC360 - kêu gọi đồng đầu tư / share-risk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Tính bottom-up từ resource plan (rate × allocation × tháng): ~794M đã đầu tư · ~829M phát triển đến T03/2027 · ~1 166M maintain đến hết 2028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38862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Sản phẩm đã live production tại sochunhiem.vieschool.com - không phải đề xuất trên giấy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PHÁP TÍNH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con số = rate × allocation × tháng - kiểm chứng được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5120640" cy="914400"/>
        </p:xfrm>
        <a:graphic>
          <a:graphicData uri="http://schemas.openxmlformats.org/drawingml/2006/table">
            <a:tbl>
              <a:tblPr/>
              <a:tblGrid>
                <a:gridCol w="1706880"/>
                <a:gridCol w="1706880"/>
                <a:gridCol w="1706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Rate FTE (VND/tháng)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Fullstack lead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QA / Tester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(PM)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PO / BA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30 000 000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737360"/>
          <a:ext cx="5669280" cy="914400"/>
        </p:xfrm>
        <a:graphic>
          <a:graphicData uri="http://schemas.openxmlformats.org/drawingml/2006/table">
            <a:tbl>
              <a:tblPr/>
              <a:tblGrid>
                <a:gridCol w="1889760"/>
                <a:gridCol w="1889760"/>
                <a:gridCol w="18897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Phần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Giai đoạn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Số tiền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- Đã đầu tư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T03/26 - 15/10/26 (7.5th)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~793.7M (28%)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 - Phát triển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16/10/26 - 31/03/27 (5.5th)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~829.45M (30%)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 - Maintain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T04/27 - T12/28 (21th)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~1 165.5M (42%)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~2 788.65M ≈ 2.79 tỷ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42976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ramp theo thực tế: đầu dự án 2 người, QA vào từ T08, full team từ T09 - không tính 3.3 FTE suốt để inflate phần 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Maintain sau launch chỉ ~1.0 FTE (oncall + regression + triage) - rẻ hơn ~2.8 lần so với build phase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A là bằng chứng cam kết: đã bỏ tiền thật đưa sản phẩm lên production trước khi kêu gọi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A - ĐÃ ĐẦU TƯ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T03/2026 - 15/10/2026 (~7.5 tháng) - tổng ~793.7M VND, sunk cost không hoàn lại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T03-06 (4th) nền tảng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T07-08 (2th) nghiệp vụ lõi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T09 (1th) TVC360+SCN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T01-15/10 (0.5th) demo gate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FS (55M)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412 500 000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 - BE (40M)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268 000 000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 (25M)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62 500 000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PM/BA (30M)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31 500 000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348M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233M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64.5M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774 500 000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 + AI dev + domain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~19 200 000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PHẦN A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~793 700 000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A - GIÁ TRỊ ĐÃ TẠO 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~794M sunk - sản phẩm live, không phải ý tưởng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 CR lớn đã merge (CR-001 → CR-049) - gồm chiến dịch hardening ~30 vòng external review độc lập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3 trường, phân quyền 11 role enforce ở DB (RLS) - không chỉ UI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Studio/TVC360: sinh KHBĐ theo CV 5512, ngân hàng 21k+ câu hỏi phủ 81/81 YCCĐ, export DOCX/PPTX, TTS audio thật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 production: 49/49 coverage + 57/57 security-edge + 18/18 onboarding + 23/23 lifecycle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production-grade: multi-key/multi-model fallback, hedged race (doc dài 33.7s → ~5s), PII redaction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demo tại sochunhiem.vieschool.com - trường tự đăng nhập dùng thử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Tham chiếu giá trị thay thế: thuê dev shop cùng scope ~7.5 tháng thường 1.3-1.6 tỷ - định giá ở payroll là conservative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 - PHÁT TRIỂN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16/10/2026 - 31/03/2027 (5.5 tháng) - giữ nguyên team 3.3 FTE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 / Khoản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5.5 tháng (VND)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Fullstack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302 500 000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Phiên - Backend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220 000 000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137 500 000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BA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49 500 000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(3.3 FTE)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129M/th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709 500 000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Supabase Pro + compute Small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~2.5M/th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13 750 000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Vercel Pro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~0.6M/th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3 300 000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(gen bank, KHBĐ)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+ Resend + monitoring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Contingency ~10% (phát sinh pilot)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~75 400 000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PHẦN 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~829 450 000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Supabase Pro + Small bắt buộc từ khi có tenant trả phí - vụ throttling 09/10 chứng minh free tier không đủ cho trường thật.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B - DELIVERABLES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Giải ngân gắn milestone kiểm chứng được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Tháng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Deliverable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Acceptance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T10-T11/2026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 3-5 trường thật: data migration + đào tạo GV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 pilot đăng nhập + nhập liệu thật; SLA hotfix trong ngày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T12/2026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THCS theo YCCĐ đối tác + duyệt 2 lớp (tổ → BGH)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Coverage YCCĐ đạt target; workflow approve hoạt động E2E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T01/2027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Báo cáo DPIA/bảo mật + tài liệu vận hành + runbook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review pass; handover docs hoàn chỉnh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T02-T03/2027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Hoàn thiện theo feedback pilot + chuẩn bị commercial launch + billing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Sản phẩm sẵn sàng bán; billing path đã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548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Không ứng trọn một lần - giải ngân theo tháng/milestone có deliverable kiểm chứng được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C - MAINTAIN / SỬA LỖI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T04/2027 - T12/2028 (21 tháng) - vận hành lean ~1.0 FTE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Người / Khoản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Allocation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21 tháng (VND)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Bình - Fullstack (oncall/hotfix/CR nhỏ)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808 500 000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Lan - QA (regression mỗi release)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25M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105 000 000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PM / BA (triage + báo cáo)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63 000 000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 (1.0 FTE)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46.5M/th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976 500 000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Infra (Supabase Pro+Small, Vercel, domain, email)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~6M/th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126 000 000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API 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63 000 000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PHẦN 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~55.5M/th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~1 165 500 000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BF1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074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 kết: hotfix critical trong ngày làm việc - regression suite chạy lại mỗi deploy - security review định kỳ (kế thừa external review loop) - monitoring uptime + báo cáo cho đối tác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mới lớn tính CR riêng - phần C chỉ cover sửa lỗi, tinh chỉnh, bảo trì, vận hành hạ tầng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PHƯƠNG ÁN KÊU GỌI &amp; CHIA SẺ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Chia doanh thu T03/27-T03/29 (2 năm đầu) - sau đó chuyển cổ phần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Tiêu chí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PA-1: fund phần B (ưu tiên)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PA-2: fund B + 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Nhà đầu tư gánh (50%)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~414 725 000 (50% phần B)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~997 475 000 (50% của B+C)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 gánh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50% B + A sunk ~794M + tự gánh C ~1 166M + 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50% (B+C) + A sunk ~794M + vận hành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Rev-share T03/27-T03/29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Nhà đầu tư ~40% / dev ~60%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Nhà đầu tư ~45% / dev ~55%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Cổ phần sau T03/2029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~10-15%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~15-20% (cam kết lớn hơn)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Share-risk 50-50 về chi phí ở cả 2 phương án; dev giữ majority rev-share vì gánh sunk A + IP + toàn bộ công sức vận hành.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&amp; TÓM TẮT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số chốt mang đi negotiate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536192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Mục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Giá trị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Tổng kinh phí dự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~2 788 650 000 VND (~2.79 tỷ)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Đã đầu tư (sunk - sweat equity)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~793.7M (28%) - T03/26 → 15/10/26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PA-1 - kêu gọi trước tiên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NĐT gánh 50% B ≈ ~414.7M → NĐT ~40% rev-share 2 năm + ~10-15% cổ phần sau 2029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PA-2 - mở rộng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NĐT gánh 50% (B+C) ≈ ~997.5M → NĐT ~45% rev-share 2 năm + ~15-20% cổ phần sau 2029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Burn rate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Build: 129M NS + ~8.1M infra /th · Maintain: 46.5M NS + ~9M infra /th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Trạng thái sản phẩm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production - 3 trường demo - QA xanh - ~30 vòng external review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93776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khoản bắt buộc: giải ngân theo milestone - phần A không hoàn/khấu trừ - clock doanh thu đếm từ khách paid đầu tiên (trễ thì dịch cửa sổ) - cổ phần vesting từ ngày ký - báo cáo burn hàng tháng + audit rights - IP thuộc bên phát triển - scale &gt;5 trường thì review hạ tầng qua CR riêng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2026-10-16T04:15:41Z</dcterms:created>
  <dcterms:modified xsi:type="dcterms:W3CDTF">2026-10-16T04:15:41Z</dcterms:modified>
</cp:coreProperties>
</file>