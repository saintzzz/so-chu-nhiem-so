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v2.2 - 23/10/2026 (một deck duy nhất: hướng dẫn + giới thiệu; bổ sung Học bạ số)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câu hỏi đã dọn trùng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Chuyên cần - điểm danh số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trạng thái/em: Có mặt, Vắng CP, Vắng KP, Đi muộn + ghi chú lý do ngay trên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ngày bất kỳ để xem lại / sửa điểm danh ngày cũ; sổ vắng-muộn theo khoảng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báo phụ huynh tự động (in-app + email Resend từ no-reply@vieschool.com)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2 chiều với sổ đầu bài tiết học - một ghi nhận, nhiều nơi cập nhật</a:t>
            </a:r>
            <a:endParaRPr lang="en-US" sz="1250" dirty="0"/>
          </a:p>
        </p:txBody>
      </p:sp>
      <p:pic>
        <p:nvPicPr>
          <p:cNvPr id="6" name="Image 0" descr="docs/user-guide/images/03-attendance-da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hàng ngày - tổng quan + ghi chú vắng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giáo viên - chuẩn TT22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điểm động: Miệng / 15 phút / 1 tiết (hệ số 1), Giữa kỳ (x2), Cuối kỳ (x3)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chỉ ghi điểm lớp + môn được phân công - bộ chọn môn tự lọc theo phân công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nguyên tử qua transaction; ĐTBm tự tính đúng hệ số, hiển thị HK1 / HK2 / cả năm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Import/export Excel, tải template mẫu; môn nhận xét hiển thị Đạt / Chưa đạt</a:t>
            </a:r>
            <a:endParaRPr lang="en-US" sz="1250" dirty="0"/>
          </a:p>
        </p:txBody>
      </p:sp>
      <p:pic>
        <p:nvPicPr>
          <p:cNvPr id="6" name="Image 0" descr="docs/user-guide/images/07-gr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cột động theo Thông tư 22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Thời khóa biểu &amp; Sổ đầu bài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chế độ: lịch cá nhân (mọi GV) + theo lớp (GVCN xem lớp CN, BGH toàn trường)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GV được phân công tiết đó mới ghi; điểm danh theo tiết đồng bộ chuyên cần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ngay trong sổ đầu bài; BGH import TKB hàng loạt từ Excel</a:t>
            </a:r>
            <a:endParaRPr lang="en-US" sz="1250" dirty="0"/>
          </a:p>
        </p:txBody>
      </p:sp>
      <p:pic>
        <p:nvPicPr>
          <p:cNvPr id="6" name="Image 0" descr="docs/user-guide/images/08-timetable-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dạy cá nhân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- điều hành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duyệt: kế hoạch HĐ, giáo án, đánh giá - một nơi xử lý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sớm: lớp/HS rủi ro theo chuyên cần + điểm + sự cố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Ký sổ chủ nhiệm: tạo đợt ký - duyệt/từ chối kèm lý do - ký hàng loạt; GVCN không tự ký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 phân công GVCN &amp; lớp năm học; trợ lý AI điều hành hỏi-đáp trên dữ liệu thật</a:t>
            </a:r>
            <a:endParaRPr lang="en-US" sz="1250" dirty="0"/>
          </a:p>
        </p:txBody>
      </p:sp>
      <p:pic>
        <p:nvPicPr>
          <p:cNvPr id="6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 - quyết định cuối năm TT22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điện tử thay sổ giấy: điểm HK1/HK2/cả năm từng môn, hạnh kiểm, NLPC, chuyên cần buổi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gợi ý xếp loại theo TT22/2021 - override bắt buộc căn cứ pháp lý (Điều 9.3 / sau đánh giá lại / HS khuyết tật / miễn môn)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3 bước: GVCN lưu nháp/trình (anhptl@nd.scn) → BGH duyệt/trả lại kèm lý do (hainv@nd.scn) → khóa qua đợt duyệt sổ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Stages: quyết định đầu năm → sau đánh giá lại / sau rèn luyện hè (theo kết quả lên lớp)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DOCX/PDF từng HS hoặc cả lớp - watermark 'BẢN NHÁP - CHƯA DUYỆT' khi chưa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GVCN chỉ lớp mình; PHT chỉ cơ sở mình; Sở GD/UBND xem chỉ đọc; HS xem học bạ bản thân trên portal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 - cổng hai chiều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chỉ thấy con mình (nhiều con: bộ chọn trên đầu portal, dữ liệu tách theo từng em)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2 chiều với GVCN; đặt lịch hẹn trực tuyến - GVCN xác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Digest email tuần tự động gửi PH; bounce/complaint được webhook Resend ghi nhận, không retry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sinh: TKB, điểm số, hạnh kiểm, thông báo - mọi ghi kiểm tra quyền sở hữu ở server</a:t>
            </a:r>
            <a:endParaRPr lang="en-US" sz="1250" dirty="0"/>
          </a:p>
        </p:txBody>
      </p:sp>
      <p:pic>
        <p:nvPicPr>
          <p:cNvPr id="6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 TVC360 - soạn học liệu &amp; ngân hàng câu hỏi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công cụ theo môn: DC-01..06 (chung), Toán (T-01/02), Văn (V-01/02), Anh (A-01..03)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gắn YCCĐ; đã dọn trùng - mỗi câu gộp đủ chuẩn, không bản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đúng cấp: Ngữ văn 6-12, Tiếng Việt 1-5, Tiếng Anh 3-12 theo CTGDPT 2018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sinh hội thoại + bài nghe kèm AUDIO THẬT (giọng neural) phát ngay trong trình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Toán vẽ SVG tham số (deterministic); LaTeX -&gt; Word Equation native khi xuất DOCX</a:t>
            </a:r>
            <a:endParaRPr lang="en-US" sz="1250" dirty="0"/>
          </a:p>
        </p:txBody>
      </p:sp>
      <p:pic>
        <p:nvPicPr>
          <p:cNvPr id="6" name="Image 0" descr="docs/user-guide/images/17-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và sinh đề theo ma trận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bạ số - quyết định cuối năm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Trình (lớp CN)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+ xuất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892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 + xem học bạ chỉ đọc,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DC-01..06 / T-01..02 / V-01..02 / A-01..03 → điền môn/khối/bài → Sinh (AI hoặc fallback rule-based khi hết quota)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(Tiếng Anh): hội thoại + bài nghe kèm audio thật (giọng neural), phát ngay trong trang xem học liệu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dọn trùng toàn bank: gộp theo (câu hỏi, khối, môn, dạng), giữ bản đã duyệt, union đủ YCCĐ - 0 câu lặp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đúng cấp học: Ngữ văn chỉ khối 6-12 (Tiếng Việt 1-5), Tiếng Anh 3-12 - bộ chọn khối theo môn tự lọc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SỐ: anhptl@nd.scn trình quyết định → hainv@nd.scn trả lại/duyệt → khóa qua /register/lock-records; GVCN lớp khác (huynq@nd.scn) mở chi tiết/xuất bị chặn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15/10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SO-CHU-NHIEM-SO-TAI-LIEU.docx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 Word gộp mô tả + hướng dẫn - dùng in/phát hành nội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 này là bản duy nhất gộp hướng dẫn + giới thiệu (thay thế SO-CHU-NHIEM-SO-GIOI-THIEU.pptx cũ)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scripts/gen-user-guide-pptx.mjs; workbook mẫu: 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2026-10-23T09:35:35Z</dcterms:created>
  <dcterms:modified xsi:type="dcterms:W3CDTF">2026-10-23T09:35:35Z</dcterms:modified>
</cp:coreProperties>
</file>