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FDBFE"/>
                </a:solidFill>
              </a:rPr>
              <a:t>https://so-chu-nhiem-so-theta.vercel.app - Demo: chọn vai trò,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r>
              <a:rPr sz="1500" b="0">
                <a:solidFill>
                  <a:srgbClr val="1F2937"/>
                </a:solidFill>
              </a:rPr>
              <a:t>- Phân quyền theo vai trò ở cả UI, route và Row-Level-Security</a:t>
            </a:r>
          </a:p>
          <a:p>
            <a:r>
              <a:rPr sz="1500" b="0">
                <a:solidFill>
                  <a:srgbClr val="1F2937"/>
                </a:solidFill>
              </a:rPr>
              <a:t>- Hỗ trợ Tiểu học / THCS / THPT, nhiều cơ sở (phân hiệu)</a:t>
            </a:r>
          </a:p>
          <a:p>
            <a:r>
              <a:rPr sz="1500" b="0">
                <a:solidFill>
                  <a:srgbClr val="1F2937"/>
                </a:solidFill>
              </a:rPr>
              <a:t>- AI 3 tuyến: LLM cấu hình được - Devin async - rule-based fallback</a:t>
            </a:r>
          </a:p>
          <a:p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11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 các lớp dạy, giáo án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duyệt, TKB, radar, AI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Như BGH, giới hạn campus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TT15 cơ sở vật chất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Phòng GD/UBND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kiểu của mình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>
                <a:solidFill>
                  <a:srgbClr val="1F2937"/>
                </a:solidFill>
              </a:rPr>
              <a:t>- 4 </a:t>
            </a:r>
            <a:r>
              <a:rPr sz="1500" b="0" dirty="0" err="1">
                <a:solidFill>
                  <a:srgbClr val="1F2937"/>
                </a:solidFill>
              </a:rPr>
              <a:t>trạng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thái</a:t>
            </a:r>
            <a:r>
              <a:rPr sz="1500" b="0" dirty="0">
                <a:solidFill>
                  <a:srgbClr val="1F2937"/>
                </a:solidFill>
              </a:rPr>
              <a:t>/</a:t>
            </a:r>
            <a:r>
              <a:rPr lang="en-US" sz="1500" b="0" dirty="0">
                <a:solidFill>
                  <a:srgbClr val="1F2937"/>
                </a:solidFill>
              </a:rPr>
              <a:t>HS</a:t>
            </a:r>
            <a:r>
              <a:rPr sz="1500" b="0" dirty="0">
                <a:solidFill>
                  <a:srgbClr val="1F2937"/>
                </a:solidFill>
              </a:rPr>
              <a:t>: </a:t>
            </a:r>
            <a:r>
              <a:rPr sz="1500" b="0" dirty="0" err="1">
                <a:solidFill>
                  <a:srgbClr val="1F2937"/>
                </a:solidFill>
              </a:rPr>
              <a:t>Có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mặt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Vắng</a:t>
            </a:r>
            <a:r>
              <a:rPr sz="1500" b="0" dirty="0">
                <a:solidFill>
                  <a:srgbClr val="1F2937"/>
                </a:solidFill>
              </a:rPr>
              <a:t> CP, </a:t>
            </a:r>
            <a:r>
              <a:rPr sz="1500" b="0" dirty="0" err="1">
                <a:solidFill>
                  <a:srgbClr val="1F2937"/>
                </a:solidFill>
              </a:rPr>
              <a:t>Vắng</a:t>
            </a:r>
            <a:r>
              <a:rPr sz="1500" b="0" dirty="0">
                <a:solidFill>
                  <a:srgbClr val="1F2937"/>
                </a:solidFill>
              </a:rPr>
              <a:t> KP, </a:t>
            </a:r>
            <a:r>
              <a:rPr sz="1500" b="0" dirty="0" err="1">
                <a:solidFill>
                  <a:srgbClr val="1F2937"/>
                </a:solidFill>
              </a:rPr>
              <a:t>Đi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muộn</a:t>
            </a:r>
            <a:r>
              <a:rPr sz="1500" b="0" dirty="0">
                <a:solidFill>
                  <a:srgbClr val="1F2937"/>
                </a:solidFill>
              </a:rPr>
              <a:t> + </a:t>
            </a:r>
            <a:r>
              <a:rPr sz="1500" b="0" dirty="0" err="1">
                <a:solidFill>
                  <a:srgbClr val="1F2937"/>
                </a:solidFill>
              </a:rPr>
              <a:t>thao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tác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nhanh</a:t>
            </a:r>
            <a:endParaRPr sz="1500" b="0" dirty="0">
              <a:solidFill>
                <a:srgbClr val="1F2937"/>
              </a:solidFill>
            </a:endParaRPr>
          </a:p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Chọn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ngày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bất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kỳ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để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xem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lại</a:t>
            </a:r>
            <a:r>
              <a:rPr sz="1500" b="0" dirty="0">
                <a:solidFill>
                  <a:srgbClr val="1F2937"/>
                </a:solidFill>
              </a:rPr>
              <a:t> / </a:t>
            </a:r>
            <a:r>
              <a:rPr sz="1500" b="0" dirty="0" err="1">
                <a:solidFill>
                  <a:srgbClr val="1F2937"/>
                </a:solidFill>
              </a:rPr>
              <a:t>sửa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điểm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danh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ngày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cũ</a:t>
            </a:r>
            <a:endParaRPr sz="1500" b="0" dirty="0">
              <a:solidFill>
                <a:srgbClr val="1F2937"/>
              </a:solidFill>
            </a:endParaRPr>
          </a:p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vắng-muộn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và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lịch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sử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theo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khoảng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ngày</a:t>
            </a:r>
            <a:r>
              <a:rPr sz="1500" b="0" dirty="0">
                <a:solidFill>
                  <a:srgbClr val="1F2937"/>
                </a:solidFill>
              </a:rPr>
              <a:t> (from - to)</a:t>
            </a:r>
          </a:p>
          <a:p>
            <a:r>
              <a:rPr sz="1500" b="0" dirty="0">
                <a:solidFill>
                  <a:srgbClr val="1F2937"/>
                </a:solidFill>
              </a:rPr>
              <a:t>- Ma </a:t>
            </a:r>
            <a:r>
              <a:rPr sz="1500" b="0" dirty="0" err="1">
                <a:solidFill>
                  <a:srgbClr val="1F2937"/>
                </a:solidFill>
              </a:rPr>
              <a:t>trận</a:t>
            </a:r>
            <a:r>
              <a:rPr sz="1500" b="0" dirty="0">
                <a:solidFill>
                  <a:srgbClr val="1F2937"/>
                </a:solidFill>
              </a:rPr>
              <a:t> HS x </a:t>
            </a:r>
            <a:r>
              <a:rPr sz="1500" b="0" dirty="0" err="1">
                <a:solidFill>
                  <a:srgbClr val="1F2937"/>
                </a:solidFill>
              </a:rPr>
              <a:t>ngày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phát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hiện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vắng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liên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tục</a:t>
            </a:r>
            <a:endParaRPr sz="1500" b="0" dirty="0">
              <a:solidFill>
                <a:srgbClr val="1F2937"/>
              </a:solidFill>
            </a:endParaRPr>
          </a:p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Thông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phụ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huynh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tự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động</a:t>
            </a:r>
            <a:r>
              <a:rPr sz="1500" b="0" dirty="0">
                <a:solidFill>
                  <a:srgbClr val="1F2937"/>
                </a:solidFill>
              </a:rPr>
              <a:t> (email + in-app)</a:t>
            </a:r>
          </a:p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Đồng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bộ</a:t>
            </a:r>
            <a:r>
              <a:rPr sz="1500" b="0" dirty="0">
                <a:solidFill>
                  <a:srgbClr val="1F2937"/>
                </a:solidFill>
              </a:rPr>
              <a:t> 2 </a:t>
            </a:r>
            <a:r>
              <a:rPr sz="1500" b="0" dirty="0" err="1">
                <a:solidFill>
                  <a:srgbClr val="1F2937"/>
                </a:solidFill>
              </a:rPr>
              <a:t>chiều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với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đầu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bài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tiết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học</a:t>
            </a:r>
            <a:endParaRPr sz="1500" b="0" dirty="0">
              <a:solidFill>
                <a:srgbClr val="1F2937"/>
              </a:solidFill>
            </a:endParaRP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Điểm danh hàng ngày - 6 thẻ tổng + chọn ngày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r>
              <a:rPr sz="1500" b="0">
                <a:solidFill>
                  <a:srgbClr val="1F2937"/>
                </a:solidFill>
              </a:rPr>
              <a:t>- Import/export Excel, tải template mẫu</a:t>
            </a:r>
          </a:p>
          <a:p>
            <a:r>
              <a:rPr sz="1500" b="0">
                <a:solidFill>
                  <a:srgbClr val="1F2937"/>
                </a:solidFill>
              </a:rPr>
              <a:t>- Môn đánh giá bằng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r>
              <a:rPr sz="1500" b="0">
                <a:solidFill>
                  <a:srgbClr val="1F2937"/>
                </a:solidFill>
              </a:rPr>
              <a:t>- Sổ đầu bài tách 3 trường: tên bài / nội dung / nhận xét GV</a:t>
            </a:r>
          </a:p>
          <a:p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r>
              <a:rPr sz="1500" b="0">
                <a:solidFill>
                  <a:srgbClr val="1F2937"/>
                </a:solidFill>
              </a:rPr>
              <a:t>- Ký duyệt sổ chủ nhiệm, khóa sổ theo đợt</a:t>
            </a:r>
          </a:p>
          <a:p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Phụ huynh: thông báo lớp, nhắn tin 2 chiều với GVCN</a:t>
            </a:r>
          </a:p>
          <a:p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r>
              <a:rPr sz="1500" b="0">
                <a:solidFill>
                  <a:srgbClr val="1F2937"/>
                </a:solidFill>
              </a:rPr>
              <a:t>- Đăng ký hoạt động giáo dục cho con</a:t>
            </a:r>
          </a:p>
          <a:p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r>
              <a:rPr sz="1500" b="0">
                <a:solidFill>
                  <a:srgbClr val="1F2937"/>
                </a:solidFill>
              </a:rPr>
              <a:t>- Portal riêng, không cần quyền vào hệ thống nội bộ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Ứng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dụng</a:t>
            </a:r>
            <a:r>
              <a:rPr sz="1500" b="0" dirty="0">
                <a:solidFill>
                  <a:srgbClr val="1F2937"/>
                </a:solidFill>
              </a:rPr>
              <a:t>: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hồ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sơ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lớp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nhận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xét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giáo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án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gợi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ý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cảnh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trợ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lý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điều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hành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phân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tích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đầu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bài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biên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bản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sinh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hoạt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Sở</a:t>
            </a:r>
            <a:endParaRPr sz="1500" b="0" dirty="0">
              <a:solidFill>
                <a:srgbClr val="1F2937"/>
              </a:solidFill>
            </a:endParaRP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Xuất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chủ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nhiệm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Sở</a:t>
            </a:r>
            <a:r>
              <a:rPr sz="1500" b="0" dirty="0">
                <a:solidFill>
                  <a:srgbClr val="1F2937"/>
                </a:solidFill>
              </a:rPr>
              <a:t>/</a:t>
            </a:r>
            <a:r>
              <a:rPr sz="1500" b="0" dirty="0" err="1">
                <a:solidFill>
                  <a:srgbClr val="1F2937"/>
                </a:solidFill>
              </a:rPr>
              <a:t>Phòng</a:t>
            </a:r>
            <a:r>
              <a:rPr sz="1500" b="0" dirty="0">
                <a:solidFill>
                  <a:srgbClr val="1F2937"/>
                </a:solidFill>
              </a:rPr>
              <a:t> (CSV/Excel),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nhân</a:t>
            </a:r>
            <a:r>
              <a:rPr sz="1500" b="0" dirty="0">
                <a:solidFill>
                  <a:srgbClr val="1F2937"/>
                </a:solidFill>
              </a:rPr>
              <a:t> GV</a:t>
            </a:r>
          </a:p>
          <a:p>
            <a:r>
              <a:rPr sz="1500" b="0" dirty="0">
                <a:solidFill>
                  <a:srgbClr val="1F2937"/>
                </a:solidFill>
              </a:rPr>
              <a:t>- Audit log </a:t>
            </a:r>
            <a:r>
              <a:rPr sz="1500" b="0" dirty="0" err="1">
                <a:solidFill>
                  <a:srgbClr val="1F2937"/>
                </a:solidFill>
              </a:rPr>
              <a:t>mọi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hành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động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quan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trọng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trang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xem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cho</a:t>
            </a:r>
            <a:r>
              <a:rPr sz="1500" b="0" dirty="0">
                <a:solidFill>
                  <a:srgbClr val="1F2937"/>
                </a:solidFill>
              </a:rPr>
              <a:t> BGH</a:t>
            </a:r>
          </a:p>
          <a:p>
            <a:r>
              <a:rPr sz="1500" b="0" dirty="0">
                <a:solidFill>
                  <a:srgbClr val="1F2937"/>
                </a:solidFill>
              </a:rPr>
              <a:t>- Notification in-app </a:t>
            </a:r>
            <a:r>
              <a:rPr sz="1500" b="0" dirty="0" err="1">
                <a:solidFill>
                  <a:srgbClr val="1F2937"/>
                </a:solidFill>
              </a:rPr>
              <a:t>cho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mọi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hành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động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ảnh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hưởng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người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khác</a:t>
            </a:r>
            <a:endParaRPr sz="1500" b="0" dirty="0">
              <a:solidFill>
                <a:srgbClr val="1F2937"/>
              </a:solidFill>
            </a:endParaRPr>
          </a:p>
          <a:p>
            <a:r>
              <a:rPr sz="1500" b="0" dirty="0">
                <a:solidFill>
                  <a:srgbClr val="1F2937"/>
                </a:solidFill>
              </a:rPr>
              <a:t>- Responsive mobile, </a:t>
            </a:r>
            <a:r>
              <a:rPr sz="1500" b="0" dirty="0" err="1">
                <a:solidFill>
                  <a:srgbClr val="1F2937"/>
                </a:solidFill>
              </a:rPr>
              <a:t>sắp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xếp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tên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theo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quy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tắc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Việt</a:t>
            </a:r>
            <a:r>
              <a:rPr sz="1500" b="0" dirty="0">
                <a:solidFill>
                  <a:srgbClr val="1F2937"/>
                </a:solidFill>
              </a:rPr>
              <a:t>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r>
              <a:rPr sz="2000" b="0">
                <a:solidFill>
                  <a:srgbClr val="93C5FD"/>
                </a:solidFill>
              </a:rPr>
              <a:t>https://so-chu-nhiem-so-theta.vercel.app</a:t>
            </a:r>
          </a:p>
          <a:p>
            <a:r>
              <a:rPr sz="1600" b="0">
                <a:solidFill>
                  <a:srgbClr val="D1D5DB"/>
                </a:solidFill>
              </a:rPr>
              <a:t>Chọn vai trò demo tại màn hình đăng nhập - mật khẩu: demo1234</a:t>
            </a:r>
          </a:p>
          <a:p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1075</Words>
  <Application>Microsoft Macintosh PowerPoint</Application>
  <PresentationFormat>Widescreen</PresentationFormat>
  <Paragraphs>96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Le Duy Linh (FHN.TCS)</cp:lastModifiedBy>
  <cp:revision>2</cp:revision>
  <dcterms:created xsi:type="dcterms:W3CDTF">2013-01-27T09:14:16Z</dcterms:created>
  <dcterms:modified xsi:type="dcterms:W3CDTF">2026-09-21T14:35:52Z</dcterms:modified>
  <cp:category/>
</cp:coreProperties>
</file>