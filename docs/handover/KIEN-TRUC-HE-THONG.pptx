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hệ thống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 - nền tảng số hóa công tác chủ nhiệm và quản lý trường học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monolith - Microservices analysis - Repo topology - Data architecture - Async model - Scaling path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Nguồn: docs/project/ARCHITECTURE.md - AGENTS.md - cấu hình production thật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BỐI CẢNH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toán đặt ra - ràng buộc quyết định kiến trúc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Số hóa toàn bộ công tác chủ nhiệm và điều hành trường học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vai trò nghiệp vụ + admin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GVCN, GVBM, Tổ trưởng, BGH, PHT cơ sở, Kế toán, Sở GD&amp;ĐT, UBND, Phụ huynh, Học sinh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Miền dữ liệu rộng và liên kết chặt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 bảng: điểm danh chéo giữa sổ đầu bài và điểm danh ngày, điểm số liên kết hạnh kiểm, KPI chủ nhiệm tổng hợp nhiều nguồn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Yêu cầu phi chức năng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Tiếng Việt chuẩn, mobile-first, demo nhiều vai trò, phân quyền tuyệt đối - không rò rỉ chéo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Ràng buộc vận hành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Đội ngũ rất nhỏ (1-2 dev + agent), zero-ops, không phát sinh chi phí ngoài quota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Đặc điểm then chốt của bài toán: domain RỘNG nhưng dữ liệu LIÊN KẾT CHẶT - điểm danh, điểm số, hạnh kiểm cùng một học sinh.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triển khai - một đơn vị deploy duy nhất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99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vai trò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mobile-first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2514600"/>
            <a:ext cx="502920" cy="292608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73736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847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- Next.js 16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19456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deployable duy nhất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RSC + Server 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Handlers: ai, auth,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cron, records, studio,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514600"/>
            <a:ext cx="502920" cy="292608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17373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8470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(1 project)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21945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 ~30+ bảng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mọi bảng tenant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email/password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RPC + SQL views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26880" y="2514600"/>
            <a:ext cx="502920" cy="292608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9875520" y="192024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0299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Ngoài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0" y="237744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Turnstile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Đây là MODULAR MONOLITH, không phải microservices - một codebase, một deploy, một DB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có nhưng không có broker: Vercel cron + ai_jobs table + webhook callback (Resend) + async fallback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project chung với một sản phẩm nội bộ khác - tách biệt bằng RLS, không phải DB riêng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nghệ sử dụng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Tầng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Lựa chọn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Lý 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16.4 App Router, React 19, TS strict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RSC giảm JS client, real routes deep-link được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 v4 @theme + CSS-var tokens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Một design language (Fluent 2) toàn app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UI (shadcn) + custom components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Accessible primitives sẵn, tự do custom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Supabase: Auth + Postgres + RLS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tự build backend, RLS = chống rò rỉ chéo vai trò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access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@supabase/ssr + supabase-js, Server Actions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cần API layer riêng (ADR-6)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docx, pptxgenjs, xlsx (SheetJS CDN), KaTeX, print CSS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Sổ/đề/báo cáo ra file thật - nghiệp vụ hành chính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Pro region sin1 (Singapore), *.vieschool.com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Gần user VN, WAF + budgets sẵn có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presentationml/2006/main" spd="fast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BẢO MẬT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 3 lớp - default-deny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1 - proxy.ts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Redirect lạc quan: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chưa login - /login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login - role home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là UX, không phải authz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2 - Server checks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2402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requireRole([...]) đầu page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checkActionRole trong 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getProfile() React cache()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default-deny nếu role lạ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3 - Postgres RLS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22402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theo vai trò mọi bảng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my_role(), my_school_id(),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my_class_ids()...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mới dùng service_role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 vào route của người khác - redirect về home của chính họ, không bao giờ leak data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 Vercel: rate limit /api + /login, bypass-health cho uptime monitor; headers CSP/HSTS/nosniff/X-Frame đầy đủ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Anti-scraping lớp 1 (CR-054, đã deploy): robots.txt chặn AI crawler, noindex route authed, export cap 20/h/uid, Turnstile login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252 RLS policies đã wrap (select auth.uid()) - evaluate 1 lần/statement thay vì per-row (CR-057)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chỉ ở env/dashboard - không commit; audit_logs ghi mọi thao tác nhạy cảm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5120640"/>
            <a:ext cx="2679192" cy="1737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tổng thể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monolith - vì sao KHÔNG phải microservices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SCN là modular monolith - cấu trúc bên trong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Bounded context (module)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Đường route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Dữ liệu riêng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Chủ nhiệm (GVCN)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records/, attendance/, academics/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hồ sơ, điểm danh, điểm số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Sổ chủ nhiệm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register/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seating, KPI, signoff, events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Hạnh kiểm - cố vấn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conduct/, counseling/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conduct_records, cases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Truyền thông PH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parents/, announcements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messages, appointments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Hoạt động - an toàn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activities/, safety/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activities, incidents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 đua - năng lực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emulation/, competency/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scores, evidence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Quản trị (BGH/Sở/Tổ)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school/, dept/, team/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views aggregate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kernel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lib/auth, rbac, supabase, utils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profiles, schools, notifications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= route group + bảng riêng + policy riêng. Ranh giới module được enforce bởi RLS, không phải network boundary.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Vì sao KHÔNG microservices - phân tích theo bài toán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Modular monolith (đã chọn)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Microservices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vận hành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1-2 dev + agent - 1 service duy nhất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Mỗi service cần owner, monitoring, on-call riêng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Nhất quán dữ liệu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ACID trong 1 Postgres - period_absences upsert attendance_records trong 1 transaction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Saga/eventual consistency cho cùng thao tác - phức tạp hơn nhiều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Độ trễ trong domain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 call trong process - join trực tiếp ~30 bảng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call giữa services, join qua API - dashboard aggregate rất đắt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quyền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RLS dùng chung my_role()/my_school_id() - một lần định nghĩa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Phải tái tạo policy ở từng service hoặc thêm service mesh/authz layer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Deploy/rollback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deploy, 1 rollback - atomic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Version matrix N services - contract testing bắt buộc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 phí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Vercel project + 1 Supabase - ~$45/tháng cap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projects + N DB + broker + observability - gấp nhiều lần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presentationml/2006/main" spd="fast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 có bao giờ đúng cho SCN không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Dấu hiệu cần tách service - và thực tế SCN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&gt;10 dev dẫm chân nhau</a:t>
            </a:r>
            <a:endParaRPr lang="en-US" sz="130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SCN: đội rất nhỏ, conflict giải quyết bằng module boundaries + code review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module có load profile khác hẳn</a:t>
            </a:r>
            <a:endParaRPr lang="en-US" sz="130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SCN: mọi module đều CRUD dashboard - không có hot path cần scale riêng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Cần ngôn ngữ/stack khác cho một phần</a:t>
            </a:r>
            <a:endParaRPr lang="en-US" sz="130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SCN: chỉ phần xuất file nặng compute - đã xử lý phía client (pptxgenjs/docx chạy trong browser)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tách được không cần join</a:t>
            </a:r>
            <a:endParaRPr lang="en-US" sz="130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SCN: ngược lại - điểm danh chéo sổ đầu bài, KPI tổng hợp nhiều nguồn - chống tách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130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 ở quy mô này = distributed monolith tệ hơn monolith tốt. Điểm tách hợp lý duy nhất hiện có: AI jobs - đã tách thành async pattern (bảng ai_jobs + callback) mà không cần service riêng.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 topology: một repo một sản phẩm, không phải monorepo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 riêng hiện tại (đã chọn)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Monorepo (turborepo/Nx)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Thực tế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SCN là 1 repo độc lập, single-package (không workspaces), push master - deploy đúng project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Một repo chứa nhiều apps + packages chung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 boundary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Push master repo nào - deploy đúng project đó, đơn giản tuyệt đối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Cần affected-graph để không deploy lại cả ứng dụng khi sửa shared lib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 chia sẻ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Chia sẻ qua harness scripts/skills vendored vào repo - không phải packages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packages import trực tiếp - tiện nhưng couple phiên bản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Blast radius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Lỗi/secret/bug giới hạn trong 1 repo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Một commit xấu có thể phá nhiều app cùng lúc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Quyền truy cập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Repo-level - dễ cấp quyền từng sản phẩm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Cần CODEOWNERS phức tạp để chặn chéo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Phù hợp bài toán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SCN độc lập lifecycle/khách hàng - không share domain model với ai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đúng nếu nhiều app chia sẻ domain model chung - SCN không có nhu cầu đó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SCN là bounded context hoàn chỉnh - repo riêng phản ánh đúng ranh giới deploy và ranh giới domain.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5120640"/>
            <a:ext cx="2679192" cy="1737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III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dữ liệu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Postgres - multi-tenant bằng RLS - schema-per-app bằng naming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Topology dữ liệu - 3 cấp độ chia sẻ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Cấp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Thực tế SCN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Phương án thay thế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Đánh giá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Giữa các sản phẩm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Chung 1 Supabase project với một app nội bộ khác - tách bằng table naming + RLS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riêng cho 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Chung = rẻ + ít ops; rủi ro: nhiễu resource, tách bằng naming + RLS chứ không mạnh bằng DB riêng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Giữa các trường (tenant)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tables + school_id + RLS policy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Schema-per-school / DB-per-school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Shared+RLS = query/migration đơn giản, onboard trường mới = insert rows; schema-per-school chỉ đúng khi compliance bắt buộc cô lập cứng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Bên trong 1 app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~30 bảng quan hệ chặt + views + RPC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Nhiều schema/DB theo bounded context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Join chéo là yêu cầu cốt lõi (attendance_daily gộp 2 nguồn) - 1 DB là điều kiện cần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tiên đơn giản vận hành: 1 project, 1 schema, RLS làm việc nặng phân tách ở mọi cấp.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Nhất quán dữ liệu - lý do số 1 chọn monolith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Cross-module consistency bằng transaction, không bằng event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danh hai nguồn hợp nhất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period_absences - upsert attendance_records (source='period_log') - view attendance_daily gộp: hai màn hình không bao giờ mâu thuẫn. Microservices sẽ cần saga + eventual consistency cho cùng việc này.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= SQL views, không phải cache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dashboard_gvcn aggregate trực tiếp - luôn đúng, không có cache invalidation problem; count ở DB thay vì fetchAllRows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Invariant tại DB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constraints cho enum mở rộng được, triggers sinh notifications - quy tắc nghiệp vụ sống ở tầng không thể bypass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đổi chấp nhận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 dài trên bảng nóng (attendance) khi lớp lớn lưu đồng loạt - chưa là vấn đề ở quy mô trường học VN; nếu có sẽ giải bằng upsert batch + ít transaction hơn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async - có, nhưng không có broker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Nhu cầu async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Cơ chế hiện tại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Tại sao đủ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Khi nào không đủ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Cron định kỳ (digest PH, radar sync)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cron - /api/cron/*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jobs, tần suất thấp - broker thừa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Hàng chục jobs tần suất cao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job dài (TTS, sinh đề)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Bảng ai_jobs + Devin session async + /api/ai/devin-callback (token per-job)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Job chạy ngoài request - DB làm queue trạng thái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Throughput hàng nghìn job/phút cần SQS/Redis thật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Webhook nhận (Resend)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/api/webhooks/resend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 Handler xác thực signature - chuẩn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Realtime UI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poll qua useAiJob + router.refresh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Tần suất thấp, độ trễ giây chấp nhận được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Collaboration thật (nhiều người sửa cùng lúc) sẽ cần Supabase Realtime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Nguyên tắc: DB + cron + webhook đáp ứng mọi nhu cầu async hiện tại - thêm broker chỉ khi có số đo chứng minh cần.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&amp; performance - tối giản có chủ đích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Redis/Memcached - và không cần ở quy mô này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cache() cho getProfile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 auth lookup trong 1 request - layout+page+actions gọi tự do không tốn roundtrip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shell + RSC streaming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Splash '/' prerender - TTFB p95 ~450ms; loading.tsx skeleton mọi route group - paint tức thì trước khi data về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Đẩy compute xuống đúng tầng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ở SQL views (DB gần data); xuất file docx/pptx ở browser (không tốn server CPU); KaTeX render client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tầng Vercel CDN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assets + ISR mặc định của Next - không tự quản cache layer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Khi nào cần thêm cache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aggregate chậm ở hàng nghìn trường - materialized views hoặc Redis; hiện chưa có số đo nào đòi hỏi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5120640"/>
            <a:ext cx="2679192" cy="1737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IV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sánh &amp; đánh giá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án tổng thể - ưu nhược - mức độ phù hợp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SÁNH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kiến trúc tổng thể cho cùng bài toán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Modular monolith serverless (đã chọn)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Microservices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Monolith VPS truyền thống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Low-code / LMS có sẵn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Phức tạp vận hành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Thấp nhất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 nhất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Thấp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Nhất quán 10 vai trò x 30 bảng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ACID + RLS - chặt nhất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Eventual - khó đảm bảo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ACID được, RLS tự viết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Hạn chế customize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Time-to-market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Nhanh nhất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Chậm nhất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Nhanh cho CRUD, kẹt nghiệp vụ VN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 phí ở quy mô trường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~$45/tháng cap cứng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&gt;&gt; gấp nhiều lần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VPS rẻ + công ops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Per-seat đắt khi scale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Đường thoát khi scale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Tách module nóng thành service khi có số đo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Đã phân mảnh sẵn nhưng trả giá từ ngày 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Scale-up giới hạn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Lock-in cứng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presentationml/2006/main" spd="fast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điểm của kiến trúc đã chọn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Bảo mật theo thiết kế, không theo kỷ luật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ở DB = lớp cuối bất khả xâm phạm kể cả khi app bug; 10 vai trò phức tạp vẫn default-deny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Nhất quán dữ liệu tuyệt đối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Postgres - cross-module invariants trong transaction; điểm danh hai nguồn không bao giờ lệch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Tốc độ phát triển cao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Actions + generated types + SQL trực tiếp; feature mới không cần plumbing API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Zero-ops thật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deployable, git push = deploy, rollback 1 click; monitoring Upptime + weekly harness tự audit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phí dự đoán được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 cap toàn chuỗi - thiết kế zero-overage từ đầu, không phải vá sau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boundaries rõ</a:t>
            </a:r>
            <a:endParaRPr lang="en-US" sz="12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groups = bounded contexts; tách được thành service sau này nếu có số đo - không bị khóa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Nhược điểm &amp; cách giảm thiểu - nói thẳng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Nhược điểm / rủi 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Mức độ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Giảm thiểu / đường thoát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point of failure: 1 app chết - cả hệ thống chết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 về mặt lý thuyết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multi-region sin1 + static shell vẫn serve khi function lỗi; blast radius nhỏ vì CRUD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Chung Supabase project với app nội bộ khác - nhiễu resource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Tách project khi một bên tăng trưởng; naming + RLS đã chuẩn bị sẵn cho việc tách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RLS khó test + ~30 bảng phức tạp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 - complexity thật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Convention: test policy từng vai trò bằng execute_sql trước khi wire UI; complexity này có ở mọi phương án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có broker - async quy mô lớn sẽ kẹt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Thấp ở quy mô hiện tại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ai_jobs pattern đã có; thêm queue khi throughput đòi hỏi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lock-in nhẹ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 chuẩn + code tách lib/supabase/* - migrate được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Actions kém audit hơn REST rõ ràng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Thấp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checkActionRole bắt buộc + audit_logs mọi mutation nhạy cảm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presentationml/2006/main" spd="fast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Đường scale - gãy ở đâu trước, xử lý thế nào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Quy mô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gãy đầu tiên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Đường xử lý (đã chuẩn bị trong thiết kế)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100-500 trường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aggregate chậm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Materialized views + index; pattern sẵn - đổi cách đọc không đổi kiến trúc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1.000-5.000 trường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Connection pool + write hotspot attendance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pooler + partition attendance_records theo academic_year; tách Supabase project riêng cho 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throughput cao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ai_jobs poll-based kẹt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Thay bằng queue thật (Supabase pgmq / SQS) - seam đã có sẵn ở useAiJob + callback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Nhiều tenant lớn (Sở toàn tỉnh)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RLS evaluation cost trên bảng lớn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Partition theo school_id hoặc schema-per-dept - RLS đã có school_id sẵn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lớn hơn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Monolith conflict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Tách module nóng ra service - route group boundaries đã là bounded context sẵn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Nguyên tắc kiến trúc: mọi seam tách (ai_jobs, RLS school_id, route groups) đã được đặt sẵn - scale = đổi bên trong seam, không phải viết lại.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fast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 đang có - xử lý ra sao, dễ hay khó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Cách xử lý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Độ khó / Trạng thái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Edge-TTS bị MS chặn IP datacenter Vercel - audio TTS lỗi trên prod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Fork @andresaya/edge-tts (Sec-MS-GEC v2) + Gemini TTS provider fallback (CR-056)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Xong - độ khó trung bình; chuỗi fallback provider đã có sẵn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Chung Supabase project với app nội bộ - noisy neighbor đụng IO budget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CR-058: tách schema app kia sang project riêng; phase 0 inventory xong, không downtime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 - cần Pro project mới + cutover; không phải viết lại code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252 RLS policy bare auth.uid() - evaluate lại mỗi row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CR-057: wrap (select auth.uid()) toàn bộ - 1 lần/statement; advisors sạch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Xong - dễ về kỹ thuật, rườm về khối lượng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Authed bulk scrape (user hợp lệ script cào)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1 đã deploy (export cap 20/h + captcha); lớp 2: port check_rate_limit per-uid sang public schema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Dễ-trung bình - pattern có sẵn, migration nhỏ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jobs poll-based (không queue thật)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Thêm pgmq/SQS khi throughput đòi hỏi - seam ai_jobs + callback đã đặt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 - đổi bên trong seam, giữ API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SPOF: 1 deployable + 1 Supabase project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Chấp nhận một phần: Vercel sin1 + static shell; Supabase backup managed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Khó khắc phục hoàn toàn ở budget này - multi-region là quyết định chi phí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presentationml/2006/main" spd="fast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Mức độ phù hợp với bài toán - bảng đối chứng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28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Yêu cầu bài toán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Kiến trúc đáp ứng thế nào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vai trò, phân quyền phức tạp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RLS 3 lớp + requireRole + mergedNav - điểm mạnh số 1 của lựa chọn này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Dữ liệu liên kết chặt (điểm danh chéo, KPI tổng hợp)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Postgres + transaction - microservices sẽ phá vỡ đúng chỗ này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Nghiệp vụ trường học VN đặc thù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Schema chuyên biệt (sổ đầu bài, thi đua, HK), không ép vào LMS quốc tế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Demo/bán hàng nhiều vai trò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Demo accounts + role preview mượt, RLS vẫn chặt (ADR-5)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Đội nhỏ, không ops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Zero-ops serverless - monolith VPS hay microservices đều cần người vận hành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vượt ngân sách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Spend cap toàn chuỗi enforce bằng công cụ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Xuất tài liệu hành chính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docx/pptxgenjs/xlsx/print CSS client-side - không tốn server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presentationml/2006/main" spd="fast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monolith serverless - đúng bài toán, đúng quy mô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 cho bài toán này = trả giá distributed systems cho lợi ích không cần: dữ liệu liên kết chặt chống tách, đội nhỏ chống ops nặng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 riêng single-package thay monorepo: SCN là bounded context hoàn chỉnh, deploy boundary = domain boundary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biến yêu cầu khó nhất (phân quyền đa vai trò) thành thế mạnh; 1 Postgres giữ nhất quán mà không cần saga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broker/Redis vì chưa có số đo đòi hỏi - seams (ai_jobs, cron, route groups) đã đặt sẵn để thêm khi scale chứng minh cần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đổi lớn nhất chấp nhận: SPOF 1 deployable + shared Supabase - cả hai đều có đường thoát rõ khi quy mô đòi hỏi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kèm: USER-GUIDE-vieschool.pptx (38 slides, 10 vai trò) - docs/project/ARCHITECTURE.md (chi tiết kỹ thuật)</a:t>
            </a:r>
            <a:endParaRPr lang="en-US" sz="1100" dirty="0"/>
          </a:p>
        </p:txBody>
      </p:sp>
    </p:spTree>
  </p:cSld>
  <p:clrMapOvr>
    <a:masterClrMapping/>
  </p:clrMapOvr>
  <p:transition xmlns:p="http://schemas.openxmlformats.org/presentationml/2006/main" spd="fast" advClick="1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2026-10-26T12:04:25Z</dcterms:created>
  <dcterms:modified xsi:type="dcterms:W3CDTF">2026-10-26T12:04:25Z</dcterms:modified>
</cp:coreProperties>
</file>