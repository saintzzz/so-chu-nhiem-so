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CHI PHÍ PHÁT TRIỂN - 4 THÁNG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T10/2026 - T01/2027 - VieSchool / Sổ Chủ Nhiệm Số + TVC360 - đội phát triển 3.3 FTE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phân chia chi phí cho giai đoạn build &amp; pilot - trình TVC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triển khai từ 04/09/2026 - chi phí giai đoạn trước T10 do bên phát triển tự gánh, không tính trong đề xuất này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vận hành 4 tháng (T10/2026 - T01/2027) - build, test, pilot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Lương FTE (VND/tháng)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phí/tháng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 / Fullstack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 / Tester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PO / BA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(PM)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3.3 FTE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6634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Deliverables T10-T01: hoàn thiện ecosystem (SCN + Studio + Portal), pilot 3-5 trường thật, bank nội dung theo YCCĐ, quy trình duyệt 2 lớp, báo cáo DPIA/bảo mật.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NHÂN LỰC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planning theo milestone - ai làm gì, tháng nào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T10 - M1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T11 - M2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T12 - M3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T01 - M4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Fullstack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Hoàn thiện core modules + admin/phân quyền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Bank câu hỏi + export DOCX + duyệt 2 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 prep: data thật, HDSD, checklist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 trường thật + hardening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 - Backend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Schema/RLS, RBAC audit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ACL chi tiết + API duyệt + audit log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Migration dữ liệu trường + backup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Monitoring + hotfix pilot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plan + E2E core flows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E2E bank/duyệt + data coverage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UAT cùng trường pilot + checklist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Regression + báo cáo chất lượng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BA - 30%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Backlog + requirement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Review gate CR + rủi 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Đào tạo GV + 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Báo cáo chuyên gia + handover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074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Phía TVC: hội đồng chuyên môn duyệt 80 YCCĐ còn lại + pipeline 3-5 trường pilot - deliverable 2 chiều gắn cùng milestone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API ramp cao nhất T11 (gen bank câu hỏi) - đã tính trong buffer ~4M/tháng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tuyển thêm trong giai đoạn này - đánh giá scale-out sau pilot nếu &gt;5 trường cùng lúc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4 THÁNG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burn rate T10/2026 - T01/2027 - minh bạch từng khoản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tháng (VND)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Ghi chú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(3.3 FTE)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Theo bảng trên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Pro + compute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~1 500 000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+ Auth + Storage + Realtime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~600 000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 + auto-deploy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(Gemini/OpenAI)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Sinh câu hỏi/KHBĐ; co gate kiểm soát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+ Email (Resend) + tools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Domain, email PH, monitoring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/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136 100 000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544 400 000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 triệu VND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Chưa gồm contingency 10% (~54M) cho phát sinh pilot - đề xuất ghi trong điều khoản, chỉ dùng khi có xác nhận 2 bên.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tính giai đoạn 04/09 - 30/09 (requirement TVC360 04/09, khởi động SCN 11/09) - ~1 tháng build nền tảng bên phát triển đã tự gánh.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Tại sao giai đoạn đầu cần cơ chế chi phí riêng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Deal hiện tại: TVC 70% - sản phẩm 30% doanh thu trong 2 năm đầu; sau đó 10% cổ phần + chức danh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Timeline thực tế: nhận requirement TVC360 04/09, khởi động Sổ Chủ Nhiệm 11/09 - bên phát triển đã tự gánh ~1 tháng build đầu (sunk contribution thể hiện thiện chí, không tính trong đề xuất)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T10/2026 - T01/2027: doanh thu ≈ 0 (pilot free) nhưng burn rate ~136M/tháng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30% doanh thu là nguồn thu duy nhất của bên phát triển → bên phát triển tài trợ 100% rủi ro build, trong khi upside lớn (70%) thuộc bên bán hàng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 trong co-development/JV: bên thương mại hóa (giữ % doanh thu cao hơn) co-fund phần lớn chi phí build - đây là cách cân bằng rủi ro chuẩn, không phải ưu ái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Tham chiếu: cost-sharing/co-funding trong product partnerships thường 40-60% chi phí build cho bên sales-led khi họ giữ majority revenue share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recoupable advance (ứng trước khấu trừ vào royalty) là chuẩn trong publishing/licensing tech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đầu tư (co-funding 50%) - tăng commitment 2 chiều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hỗ trợ 50% chi phí vận hành team trong 4 tháng (T10/2026 - T01/2027): ~68M/tháng, tổng ~272M VND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Bên phát triển gánh 50% còn lại (~272M) - đóng góp dạng sweat equity, không hoàn lại cho TVC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cost-sharing 50% trong build phase khi đối tác sales giữ 70% doanh thu - mỗi bên cùng có 'skin in the game'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ngân theo milestone hàng tháng (M1-M4) gắn deliverables rõ ràng - TVC có quyền kiểm soát tiến độ: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M1 (T10): core modules hoàn thiện + admin/phân quyền | M2 (T11): bank câu hỏi + export + duyệt 2 lớp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M3 (T12): pilot prep (data, hướng dẫn, checklist) | M4 (T01/27): pilot trường thật + báo cáo chuyên gia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 share 70-30 giữ nguyên - phần 50% của TVC là co-investment, KHÔNG khấu trừ vào doanh thu sau này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TVC chỉ bỏ ~272M cho 4 tháng - thấp hơn nhiều so với thuê dev shop; đổi lại commitment + kiểm soát milestone.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nuôi quân ngay - khấu trừ khi 30% đủ cover (recoupable advance)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 chi trả toàn bộ ~136M/tháng x 4 tháng (T10/2026 - T01/2027, tổng ~545M) dạng ỨNG TRƯỚC (advance), không lãi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chế hoàn: khi doanh thu đủ lớn để 30% của bên phát triển ≥ chi phí team hàng tháng, phần DƯ khấu trừ dần khoản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VD: tháng doanh thu 500M → 30% = 150M &gt; 136M payroll → 14M dư trừ vào advance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bao giờ clawback tiền mặt từ bên phát triển - chỉ trừ từ phần share tương lai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practice: đây là 'recoupable advance against royalty' - chuẩn trong licensing/publishing tech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dự án dừng trước khi có doanh thu: advance không hoàn (rủi ro TVC chịu như nhà đầu tư commercialization), sản phẩm/IP về bên phát triển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điểm: team an toàn 100%; TVC thu hồi toàn bộ khi sản phẩm có doanh thu - rủi ro nằm ở timing, không mất vốn nếu thành công.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&amp; ĐỀ XUẤT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phương án đặt cạnh nhau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1 - Co-funding 50%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 2 - Recoupable advance 100%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bỏ ra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~272M (không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(hoàn dần từ doanh thu)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TVC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Thấp - số tiền nhỏ, mất tối đa 272M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Trung bình - mất tối đa 545M nếu dự án dừng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bên dev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Vẫn gánh ~272M burn + cơ hội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Gần như 0 trong giai đoạn build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Commitment thể hiện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- 2 bên cùng bỏ tiền thật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Cao - TVC all-in vận hành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Khi thành công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tiết kiệm được (không phải hoàn)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thu hồi toàn bộ advance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khi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muốn rủi ro thấp + test độ tin cậy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tin sản phẩm + muốn giữ chân team chất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thương lượng: mở PA2 làm anchor (chuẩn licensing), nhận PA1 làm điểm chốt win-win tối thiểu.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BẮT BUỘC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Bất kể chọn phương án nào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Clock 24 tháng 70-30 chỉ đếm từ khách trả phí đầu tiên - thời gian pilot free KHÔNG tính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free giới hạn ~6 tháng hoặc N trường → sau đó bắt buộc roadmap thu phí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 phần 10% vesting ngay từ khi ký (vest theo 2-3 năm), ghi rõ entity + anti-dilution - không phải hứa sau 2 năm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 codebase thuộc bên phát triển; TVC nhận license sử dụng trong phạm vi dự án; terminate → IP giữ nguyên, hợp đồng khách đang chạy vẫn chia % đến hết kỳ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Báo cáo doanh thu hàng tháng + audit rights; chi phí infra trừ khỏi gross trước khi chia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Milestone/deliverables 2 chiều: dev giao sản phẩm ↔ TVC giao pipeline trường (commitment sale đi đôi 70%)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build 04/09 - 30/09 đã hoàn thành là contribution của bên phát triển - không đưa vào cost-share, không khấu trừ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TÓM TẮT CHO TVC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số mang đi negotiate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Mục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 đề 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Giai đoạn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T10/2026 - T01/2027 (4 tháng); phần build 04-30/09 bên dev đã tự gánh, không tính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Chi phí 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~545M VND (129M nhân sự + ~7M infra, mỗi 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PA1 - Co-funding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50% (~272M/4th), không hoàn; dev gánh 50% sweat 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PA2 - Nuôi quân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TVC ứng 100% (~545M/4th), khấu trừ từ 30% khi doanh thu đủ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 share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Giữ nguyên 70-30 từ khách paid đầu tiên, 24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Equity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10% vesting từ ngày ký, ghi văn bản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Milestone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Giải ngân theo M1-M4 = T10 / T11 / T12 / T01 gắn deliverables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 chất: TVC mua năng lực team 3.3 FTE với giá ~136M/tháng - rẻ hơn 40-60% so với thuê ngoài cùng scope, và được giữ 70% upside.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2026-10-07T02:59:53Z</dcterms:created>
  <dcterms:modified xsi:type="dcterms:W3CDTF">2026-10-07T02:59:53Z</dcterms:modified>
</cp:coreProperties>
</file>