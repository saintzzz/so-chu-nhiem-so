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48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hệ thống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- nền tảng số hóa công tác chủ nhiệm và quản lý trường học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 - Quyết định kiến trúc - So sánh phương án - Mức độ phù hợp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Nguồn: docs/project/ARCHITECTURE.md - AGENTS.md - cấu hình production thật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toán đặt ra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Số hóa toàn bộ công tác chủ nhiệm và điều hành trường học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vai trò nghiệp vụ + admin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GVCN, GVBM, Tổ trưởng, BGH, PHT cơ sở, Kế toán, Sở GD&amp;ĐT, UBND, Phụ huynh, Học sinh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Miền dữ liệu rộng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~30 bảng: hồ sơ HS, điểm danh, điểm số, hạnh kiểm, sổ đăng ký chủ nhiệm, thi đua, cố vấn, sự cố an toàn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Yêu cầu phi chức năng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Tiếng Việt chuẩn, mobile-first, demo nhiều vai trò, bảo mật tuyệt đối theo vai trò - không rò rỉ chéo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Ràng buộc vận hành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Đội ngũ nhỏ, zero-ops, không phát sinh chi phí ngoài quota (zero-overage)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tổng quan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103120" cy="1371600"/>
          </a:xfrm>
          <a:prstGeom prst="roundRect">
            <a:avLst>
              <a:gd name="adj" fmla="val 5333"/>
            </a:avLst>
          </a:prstGeom>
          <a:solidFill>
            <a:srgbClr val="CCFBF1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12140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468880"/>
            <a:ext cx="2103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vai trò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mobile-first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PWA-ready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0" y="256032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828800"/>
            <a:ext cx="2468880" cy="1737360"/>
          </a:xfrm>
          <a:prstGeom prst="roundRect">
            <a:avLst>
              <a:gd name="adj" fmla="val 42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93852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(Next.js 16)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2286000"/>
            <a:ext cx="2468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Router + RSC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proxy.ts auth redirect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 + rate limits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97880" y="256032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1828800"/>
            <a:ext cx="2468880" cy="1737360"/>
          </a:xfrm>
          <a:prstGeom prst="roundRect">
            <a:avLst>
              <a:gd name="adj" fmla="val 4211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193852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2286000"/>
            <a:ext cx="2468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 ~30 bảng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Level Security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email/password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RPC + views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052560" y="256032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2011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0" y="212140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Dịch vụ ngoài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0" y="246888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 (email PH)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(TTS, sinh đề)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1148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Bảo mật 3 lớp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proxy.ts redirect lạc quan (UX) - requireRole() trong Server Components - RLS trong Postgres là lớp cuối, không phụ thuộc code app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deploy duy nhất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push master - auto-deploy production (git-linked), không server riêng, không CI/CD tự quản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nghệ sử dụng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Tầng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Lựa chọn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Lý do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Next.js 16.4 App Router, React 19, TS strict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RSC giảm JS client, real routes deep-link được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Styling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Tailwind v4 @theme + CSS-var tokens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Một design language (Fluent 2) toàn app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 UI (shadcn) + custom components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Accessible primitives sẵn, tự do custom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Supabase: Auth + Postgres + RLS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tự build backend, RLS = chống rò rỉ chéo vai trò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access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@supabase/ssr + supabase-js, Server Actions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cần API layer riêng (ADR-6)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Charts/Export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 SVG, print CSS, docx/pptxgenjs, xlsx, KaTeX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 sổ/đề thi ra Word, PPT, Excel - in trực tiếp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Pro (git-linked), tên miền *.vieschool.com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Zero-ops, WAF + rate limit + budgets sẵn 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Quyết định kiến trúc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ADR chính + lý do chọn từng công nghệ nền tảng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QUYẾT ĐỊNH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quyết định kiến trúc chính (ADR)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Quyết định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đổi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ADR-1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 routes (App Router) thay SPA một URL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Deep-link, RSC streaming - đổi lại phải quản route tree rõ ràng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ADR-2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làm lớp phân quyền cuối, app chỉ UX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 toàn tuyệt đối - đổi lại test policy từng vai trò trước khi wire UI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ADR-3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JSONB cho sơ đồ chỗ ngồi (layout version)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Linh hoạt lưới ghế, không đục schema - đổi lại validate ở app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ADR-4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Gợi ý rule-based, ghi nhãn rõ - không LLM cho nghiệp vụ lõi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Deterministic, audit được - đổi lại ít 'thông minh' hơn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ADR-5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 demo + role preview, RLS vẫn authoritative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 10 vai trò mượt - không làm yếu bảo mật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ADR-6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 Actions cho mọi write, không API layer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Ít surface attack, code gọn - Route Handlers chỉ cho upload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QUYẾT ĐỊNH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Vì sao Next.js 16 + Vercel, không phải SPA truyền thống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Next.js 16 + Vercel (đã chọn)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 + backend riêng (Express/Nest)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Render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RSC + static/SSR - TTFB nhanh, SEO tốt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CSR thuần - màn trắng chờ JS, SEO yếu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 Actions trong cùng repo - 1 codebase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codebase, 2 deploy, contract API tự duy trì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Vận hành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 push - deploy, rollback 1 click, preview/PR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Tự quản server/process/CI-CD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Bảo mật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WAF + rate limit + headers cấu hình sẵn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Tự dựng reverse proxy + middleware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 $20/tháng, spend cap $1 - không overage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VPS rẻ hơn nhưng tốn công vận hành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Đo thật: splash '/' TTFB p95 ~450ms (từng ~3s trước khi tối ưu) - ngân sách &lt;1s được gate tự động bằng check-perf.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QUYẾT ĐỊNH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Vì sao Supabase (Postgres + RLS), không phải tự build backend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(đã chọn)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Tự build (Postgres + API thủ công)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quyền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trong DB - portal/API không thể rò rỉ chéo vai trò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Kiểm tra ở app layer - quên 1 chỗ = lộ dữ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 sẵn có, email/password, session cookie SSR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Tự implement JWT/session - rủi ro bảo mật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Tốc độ phát triển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Migrations SQL + RPC + views - rất nhanh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ORM + endpoint cho từng thao tác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Vận hành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Managed, backup, Spend Cap chặn vượt quota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Tự monitor DB, tự backup, tự vá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 $25/tháng, cap cứng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Rẻ về tiền - đắt về công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toán 10 vai trò x ~30 bảng = phân quyền là rủi ro lớn nhất - RLS loại bỏ nguyên một lớp bug 'quên check quyền'.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BẢO MẬT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 - default-deny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383280" cy="2011680"/>
          </a:xfrm>
          <a:prstGeom prst="roundRect">
            <a:avLst>
              <a:gd name="adj" fmla="val 363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proxy.ts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33832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Redirect lạc quan: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chưa login - /login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login - role home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là UX, không phải authz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0" y="1828800"/>
            <a:ext cx="3383280" cy="2011680"/>
          </a:xfrm>
          <a:prstGeom prst="roundRect">
            <a:avLst>
              <a:gd name="adj" fmla="val 363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193852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Server checks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2286000"/>
            <a:ext cx="33832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requireRole([...]) đầu page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checkActionRole trong actions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getProfile() React cache()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default-deny nếu role lạ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828800"/>
            <a:ext cx="3383280" cy="2011680"/>
          </a:xfrm>
          <a:prstGeom prst="roundRect">
            <a:avLst>
              <a:gd name="adj" fmla="val 3636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193852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3 - Postgres RLS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38160" y="2286000"/>
            <a:ext cx="33832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theo vai trò trên mọi bảng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my_role(), my_school_id(),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my_class_ids(), my_student_ids()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mới dùng service_role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vào route của người khác - redirect về home của chính họ, không bao giờ leak data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 Vercel: rate limit /api + /login, bypass-health cho uptime monitor; headers CSP/HSTS/nosniff/X-Frame đầy đủ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Secrets chỉ ở env/dashboard - không commit; audit_logs ghi mọi thao tác nhạy cảm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dữ liệu - ~30 bảng theo cụm nghiệp vụ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Cụm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Bảng chính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chức &amp; con người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schools, departments, academic_years, profiles, students, parents, parent_students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học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classes, student_groups (Tổ), class_roles (BCS), student_record_history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Giảng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subjects (per-school), teacher_subjects, timetable_entries, period_logs, period_absences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danh &amp; học lực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attendance_records (status+source enum), grades (term/loại KT), support_plans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Hạnh kiểm &amp; cố vấn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conduct_records, conduct_evaluations, counseling_cases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Truyền thông &amp; hoạt động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announcements, messages, appointments, activities (draft-pending-approved-done), notifications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 chủ nhiệm &amp; thi đua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seating_charts (jsonb, version), kpis, register_signoffs, school_year_events, emulation_*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audit_logs, notifications, export_log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sự thật = một bảng: period_absences đồng bộ sang attendance_records (source='period_log') - hai màn hình không bao giờ mâu thuẫn.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luồng nghiệp vụ then chốt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hai nguồn hợp nhất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 (period_absences) upsert sang attendance_records - view attendance_daily gộp một nguồn sự thật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= SQL views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dashboard_gvcn aggregate vắng/muộn/%CC/at-risk trong ngày - count ở DB, không fetchAllRows rồi đếm ở client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chỗ ngồi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layout jsonb {cols, rows, seats}, version mỗi lần lưu, export PNG/PDF phía client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Thông báo sự kiện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action user khác cần biết - insert notifications cho recipient, feed không bao giờ 'chết'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có chuỗi fallback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GEMINI/OPENAI/ANTHROPIC multi-key - hết quota thì Devin async job callback - cuối cùng rule-based, không bao giờ crash flow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phụ huynh = Resend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sendAnnouncement gửi email PH liên kết; thiếu key vẫn lưu in-app + báo emailSkipped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 phương án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chọn gì - bỏ qua gì - vì sao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phương án cạnh tranh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Next.js+Supabase (đã chọn)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VPS + Express + Postgres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Low-code (Retool/Bubble)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Open-source (Moodle...)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Time-to-market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Nhanh nhất - 1 codebase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Chậm - dựng infra trước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Nhanh cho CRUD đơn giản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Chậm - customize nặng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quyền 10 vai trò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- chặt tuyệt đối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Tự code - dễ sót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Kém kiểm soát fine-grain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Plugin, khó kiểm chứng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UI/UX riêng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quyền - Fluent 2 đồng nhất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quyền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Bị giới hạn template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UI cũ, khó re-skin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Vận hành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Zero-ops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Tự lo uptime/backup/CVE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Vendor lo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Tự lo toàn bộ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~$45/tháng cap cứng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VPS rẻ + công vận hành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Per-seat - đắt khi scale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Miễn phí license, đắt công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Lock-in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 (Postgres chuẩn)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data kẹt trong vendor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 của phương án đã chọn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Bảo mật theo thiết kế, không theo kỷ luật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 ở DB = lớp cuối bất khả xâm phạm kể cả khi app bug; 10 vai trò phức tạp vẫn default-deny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Tốc độ phát triển cao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Actions + generated types + SQL trực tiếp - feature mới không cần dựng API plumbing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đo được, gate được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shell + RSC; perf budgets trong repo, check-perm fail deploy khi vượt ngưỡng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Zero-ops thật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server, không on-call infra; git push = deploy; rollback 1 click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dự đoán được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$1 pause + Supabase Spend Cap + AI Gateway $1 - vượt quota thì dừng chứ không bill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sinh thái chuẩn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 chuẩn, Next.js mainstream - không kẹt vào framework hiếm, dễ chuyển nếu cần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Nhược điểm &amp; cách giảm thiểu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Nhược điểm / rủi 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Mức độ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Giảm thiểu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Vendor lock-in nhẹ (Supabase RPC, Vercel)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 chuẩn - migrate được; code tách lib/supabase/*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Cold start serverless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Static shell + splash; perf gate giữ TTFB &lt;1s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khó test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Convention: test policy từng vai trò bằng execute_sql trước khi wire UI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~30 bảng + policy = complexity thật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là lý do chọn Supabase - complexity này không tránh được ở phương án nào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 Actions khó audit hơn REST rõ ràng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checkActionRole bắt buộc + audit_logs ở mọi mutation nhạy cảm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phụ thuộc provider ngoài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Multi-key multi-provider fallback + rule-based cuối chuỗi - flow không gãy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Mức độ phù hợp với bài toán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Yêu cầu bài toán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Kiến trúc đáp ứng thế nào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vai trò, phân quyền phức tạp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3 lớp + requireRole + mergedNav gộp menu đa vai trò - kiểm chứng bằng gate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Nghiệp vụ trường học VN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Schema chuyên biệt (sổ đầu bài, thi đua, sổ chủ nhiệm HK), không ép vào LMS quốc tế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Demo/bán hàng nhiều vai trò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 accounts + role preview mượt, RLS vẫn chặt (ADR-5)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Mobile-first cho GV/PH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Tailwind responsive + instant paint loading.tsx skeleton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Vận hành siêu nhẹ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Zero-ops serverless + monitoring Upptime miễn phí + weekly harness tự audit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vượt ngân sách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Spend cap toàn chuỗi - thiết kế zero-overage từ đầu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 tài liệu hành chính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docx/pptxgenjs/xlsx/print CSS - sổ, đề thi, báo cáo ra file thật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luận: kiến trúc này tối ưu cho đúng bài toán - nhiều vai trò, nghiệp vụ VN đặc thù, đội nhỏ, cần demo và ship nhanh.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LUẬN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Serverless + RLS = đúng bài toán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960" y="3291840"/>
            <a:ext cx="10515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16 + Supabase cho phép đội nhỏ ship nền tảng 10 vai trò mà không cần đội vận hành riêng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 biến yêu cầu khó nhất (phân quyền đa vai trò) thành thế mạnh kiến trúc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Zero-overage được enforce bằng công cụ (spend caps + WAF + perf gates), không phải cam kết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đổi chấp nhận được: lock-in nhẹ, cold start - đều đã có mitigation đo được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kèm: USER-GUIDE-vieschool.pptx (38 slides, hướng dẫn 10 vai trò) - docs/project/ARCHITECTURE.md (chi tiết kỹ thuật)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2026-10-26T11:28:08Z</dcterms:created>
  <dcterms:modified xsi:type="dcterms:W3CDTF">2026-10-26T11:28:08Z</dcterms:modified>
</cp:coreProperties>
</file>