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Kịch bản demo E2E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soạn học liệu - Studio TVC360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đầy đủ: GV soạn theo YCCĐ -&gt; AI/ngân hàng sinh học liệu -&gt; lưu thư viện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gửi duyệt -&gt; Tổ trưởng duyệt -&gt; BGH xuất bản -&gt; xuất Word/PDF/PPTX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 - VieSchool  |  sochunhiem.vieschool.com  |  Kiểm chứng E2E: 17/17 PASS - 11/10/2026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QUAN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kiểm chứng E2E - Studio TVC360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Business-flow E2E trên production, mọi mutation verify trong 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658368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Nội dung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Kết quả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 (gvcn)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Hub 13 tools - chọn môn/lớp/YCCĐ - sinh DC-01/DC-02/DC-03/A-01 - lưu - gửi duyệt - export DOCX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Mở học liệu in_review - duyệt -&gt; totruong_ok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Mở học liệu totruong_ok - duyệt -&gt; published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Vào /studio -&gt; bị chặn về portal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role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tvc_materials / tvc_matrices / tvc_reviews / trạng thái từng bước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61772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hiện &amp; sửa trong đợt QA này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prod: BGH không duyệt được học liệu</a:t>
            </a:r>
            <a:endParaRPr lang="en-US" sz="1150" dirty="0"/>
          </a:p>
          <a:p>
            <a:pPr marL="381000" indent="-381000"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scn_review_material insert tvc.reviews.reviewer_id (FK -&gt; tvc.profiles) nhưng reviewer chưa từng soạn -&gt; FK violation -&gt; rollback, status kẹt totruong_ok</a:t>
            </a:r>
            <a:endParaRPr lang="en-US" sz="1150" dirty="0"/>
          </a:p>
          <a:p>
            <a:pPr marL="381000" indent="-381000"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ensureTvcProfile() trong reviewMaterial (commit 1756635) - đã verify published trên prod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Chuỗi fallback AI 7 key Gemini x4 model hoạt động</a:t>
            </a:r>
            <a:endParaRPr lang="en-US" sz="1150" dirty="0"/>
          </a:p>
          <a:p>
            <a:pPr marL="381000" indent="-381000"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A-01 trả bài đọc thật qua provider=gemini; 5xx transient tự nhảy key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BỐI CẢNH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công cụ soạn học liệu + dữ liệu nền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thật trên prod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  <a:gridCol w="6126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Nhóm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Chức năng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Soạn - đánh giá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DC-01 / DC-02 / DC-03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 hoạch bài dạy - Ma trận + đặc tả - Sinh đề từ ngân hàng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Câu hỏi - biên tập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DC-04 / DC-05 / DC-06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câu hỏi - Biên tập học liệu - Bài trình chiếu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Toán - ký hiệu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T-01 / T-02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Công cụ toán - soạn công thức LaTeX/KaTeX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Ngữ liệu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V-01 / V-02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 ngữ liệu ngoài SGK - câu hỏi đọc hiểu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Tiếng Anh (AI)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A-01 / A-02 / A-03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Bài đọc theo CEFR - bài tập từ vựng - hội thoại + luyện nghe (TTS)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7764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nền trên prod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hàng: 22.877 câu hỏi (DC-03 rút đề từ đây) - 7 ma trận - 21+ học liệu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YCCĐ đủ cho: toán 1-12, tiếng Anh 3-12, ngữ văn 6-12, tiếng Việt 1-5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dùng Studio: gvcn, gvbm, to_truong, bgh, admin - review: to_truong + bgh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hub - 13 công cụ cho giáo viên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đăng nhập -&gt; menu Công cụ soạn học liệu -&gt; Tất cả công cụ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 hiển thị đủ 13 tool nhóm theo chức năng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menu: Ngân hàng câu hỏi - Thư viện của tôi - YCCĐ của trường - Biểu mẫu KHBD</a:t>
            </a:r>
            <a:endParaRPr lang="en-US" sz="1200" dirty="0"/>
          </a:p>
        </p:txBody>
      </p:sp>
      <p:pic>
        <p:nvPicPr>
          <p:cNvPr id="6" name="Image 0" descr="docs/demo/e2e-assets/s1-studio-hu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s1-studio-hub.png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công cụ + ngữ cảnh: môn, lớp, YCCĐ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 dụ DC-01: chọn Môn Toán -&gt; Khối 6 -&gt; checkbox YCCĐ TOAN6.1.x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YCCĐ load từ tvc_curriculum_standards của trường - môn/lớp không có chuẩn thì không hiện checkbox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tuỳ chọn: tiết học, thời lượng, mẫu KHBH của trường</a:t>
            </a:r>
            <a:endParaRPr lang="en-US" sz="1200" dirty="0"/>
          </a:p>
        </p:txBody>
      </p:sp>
      <p:pic>
        <p:nvPicPr>
          <p:cNvPr id="6" name="Image 0" descr="docs/demo/e2e-assets/s2-dc01-form-ycc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s2-dc01-form-yccd.png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Sinh học liệu - minh hoạ trên DC-02 (ma trận đề)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Nhấn Sinh học liệu -&gt; ma trận CV 7991 render tức thì (rule-based, không cần AI)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19 câu / 10đ: TN nhiều lựa chọn - Đúng/Sai - Trả lời ngắn - Tự luận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Bản đặc tả chi tiết theo từng YCCĐ + mức độ + năng lực</a:t>
            </a:r>
            <a:endParaRPr lang="en-US" sz="1200" dirty="0"/>
          </a:p>
        </p:txBody>
      </p:sp>
      <p:pic>
        <p:nvPicPr>
          <p:cNvPr id="6" name="Image 0" descr="docs/demo/e2e-assets/s4-dc02-gener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s4-dc02-generated.png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học liệu vào thư viện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học liệu -&gt; insert tvc_materials (status=personal) + tvc_matrices cho DC-02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Nút đổi thành Đã lưu - Mở trong thư viện - kèm lối tắt Sinh đề từ ma trận này (DC-03)</a:t>
            </a:r>
            <a:endParaRPr lang="en-US" sz="1200" dirty="0"/>
          </a:p>
        </p:txBody>
      </p:sp>
      <p:pic>
        <p:nvPicPr>
          <p:cNvPr id="6" name="Image 0" descr="docs/demo/e2e-assets/s5-sav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s5-saved.png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tiết học liệu - trạng thái bản nháp cá nhân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chi tiết: nội dung + nút Chỉnh sửa / Xuất Word / Xuất PDF / Gửi duyệt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chỉnh sửa được khi còn personal/draft - author_id = chính GV</a:t>
            </a:r>
            <a:endParaRPr lang="en-US" sz="1200" dirty="0"/>
          </a:p>
        </p:txBody>
      </p:sp>
      <p:pic>
        <p:nvPicPr>
          <p:cNvPr id="6" name="Image 0" descr="docs/demo/e2e-assets/s6-material-perso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s6-material-personal.png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gửi duyệt -&gt; in_review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duyệt -&gt; RPC scn_submit_material_review -&gt; status in_review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tvc_reviews ghi dòng 'gửi duyệt' - GV không sửa được nữa trong lúc chờ duyệt</a:t>
            </a:r>
            <a:endParaRPr lang="en-US" sz="1200" dirty="0"/>
          </a:p>
        </p:txBody>
      </p:sp>
      <p:pic>
        <p:nvPicPr>
          <p:cNvPr id="6" name="Image 0" descr="docs/demo/e2e-assets/s7-submit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s7-submitted.png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trưởng kiểm duyệt (lớp 1)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to_truong cùng trường mở học liệu in_review -&gt; thấy nút Tổ duyệt + Trả về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ô ghi chú duyệt (không bắt buộc)</a:t>
            </a:r>
            <a:endParaRPr lang="en-US" sz="1200" dirty="0"/>
          </a:p>
        </p:txBody>
      </p:sp>
      <p:pic>
        <p:nvPicPr>
          <p:cNvPr id="6" name="Image 0" descr="docs/demo/e2e-assets/s8-totruong-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s8-totruong-review.png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duyệt xong -&gt; totruong_ok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RPC scn_review_material lớp 1 -&gt; status totruong_ok + tvc_reviews layer=1 approved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Thông báo tự động gửi tác giả: 'Học liệu được duyệt'</a:t>
            </a:r>
            <a:endParaRPr lang="en-US" sz="1200" dirty="0"/>
          </a:p>
        </p:txBody>
      </p:sp>
      <p:pic>
        <p:nvPicPr>
          <p:cNvPr id="6" name="Image 0" descr="docs/demo/e2e-assets/s9-totruong-o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s9-totruong-ok.png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duyệt - xuất bản (lớp 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mở học liệu totruong_ok -&gt; nút BGH duyệt - xuất bản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Đây là bước trước đây lỗi FK reviewer -&gt; đã fix &amp; verify lại trên prod</a:t>
            </a:r>
            <a:endParaRPr lang="en-US" sz="1200" dirty="0"/>
          </a:p>
        </p:txBody>
      </p:sp>
      <p:pic>
        <p:nvPicPr>
          <p:cNvPr id="6" name="Image 0" descr="docs/demo/e2e-assets/s10-bgh-publi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s10-bgh-publish.png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xuất bản - lịch sử kiểm duyệt 3 lớp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 Đã xuất bản + box Lịch sử kiểm duyệt: tác giả gửi -&gt; tổ trưởng duyệt -&gt; BGH duyệt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liệu published hiển thị trong thư viện trường theo RLS</a:t>
            </a:r>
            <a:endParaRPr lang="en-US" sz="1200" dirty="0"/>
          </a:p>
        </p:txBody>
      </p:sp>
      <p:pic>
        <p:nvPicPr>
          <p:cNvPr id="6" name="Image 0" descr="docs/demo/e2e-assets/s11-publish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s11-published.png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- 22.877 câu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Lọc theo môn/lớp/mức độ/dạng thức/YCCĐ - tìm kiếm text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DC-03 rút đề trực tiếp từ ngân hàng này theo ma trận đã lưu</a:t>
            </a:r>
            <a:endParaRPr lang="en-US" sz="1200" dirty="0"/>
          </a:p>
        </p:txBody>
      </p:sp>
      <p:pic>
        <p:nvPicPr>
          <p:cNvPr id="6" name="Image 0" descr="docs/demo/e2e-assets/s12-questions-ba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s12-questions-bank.png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Thư viện của tôi + bản in PDF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Thư viện liệt kê học liệu kèm trạng thái: bản nháp / chờ duyệt / đã xuất bản / trả về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Word tải DOCX thật (file zip PK) - Xuất PDF mở trang in /studio-print/:id</a:t>
            </a:r>
            <a:endParaRPr lang="en-US" sz="1200" dirty="0"/>
          </a:p>
        </p:txBody>
      </p:sp>
      <p:pic>
        <p:nvPicPr>
          <p:cNvPr id="6" name="Image 0" descr="docs/demo/e2e-assets/s13-libr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s13-library.png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12 (tt)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in /studio-print - xuất PDF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A4 sạch cho in/tải PDF qua trình duyệt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Cùng nội dung học liệu - không phụ thuộc trạng thái duyệt</a:t>
            </a:r>
            <a:endParaRPr lang="en-US" sz="1200" dirty="0"/>
          </a:p>
        </p:txBody>
      </p:sp>
      <p:pic>
        <p:nvPicPr>
          <p:cNvPr id="6" name="Image 0" descr="docs/demo/e2e-assets/s14-print-pd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s14-print-pdf.png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quyền đã kiểm chứng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Deny-path verify bằng login thật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1645920"/>
                <a:gridCol w="15544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Hành động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 (gvcn/gvbm)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huynh/HS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Mở /studio + dùng 13 tools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Chặn -&gt; về portal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Sinh + lưu học liệu (own)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Gửi duyệt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Tác giả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Tác giả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Tác giả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lớp 1 (in_review -&gt; totruong_ok)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lớp 2 (-&gt; published)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 phép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DOCX/PPTX/PDF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studio.export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studio.export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studio.export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Chặn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Chỉnh sửa sau khi gửi duyệt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9204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thật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huynh login -&gt; vào /studio -&gt; redirect /portal/parent (không leak dữ liệu)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grant có thể siết từng quyền theo trường/role/user qua feature_grants (mặc định như bảng)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E2E 17/17 PASS - verify DB từng bước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scripts/qa-studio-e2e.mjs - docs/qa/studio-e2e-2026-10-11.json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669280"/>
                <a:gridCol w="4846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GV + hub 13 tools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 + đủ 13 tool codes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DC-01 sinh KHBD + lưu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tvc_materials status=personal, doc 4-9 sections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Gửi duyệt -&gt; in_review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tvc_materials.status + tvc_reviews 'submitted'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DOCX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200, file PK-zip 12-14KB (docx thật)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DC-02 sinh ma trận + lưu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tvc_matrices owner_id + cells&gt;0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DC-03 rút đề từ ngân hàng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 material + preview 'Câu N:' + 'PHẦN'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A-01 bài đọc A2 qua AI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200, 3 sections, provider=gemini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+ thư viện render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 + material QA xuất hiện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 duyệt -&gt; totruong_ok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status + reviews layer=1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 duyệt -&gt; published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status + reviews layer=2 (sau fix FK)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 vào /studio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redirect /portal/parent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Cleanup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 materials/matrices xoá sạch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Dùng lại cho trình diễn trực tiếp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demo THCS Nguyễn Du (nd) - mật khẩu nội bộ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92608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khoản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Dùng cho bước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 chủ nhiệm + tổ trưởng concurrent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anhptl@nd.scn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Soạn - lưu - gửi duyệt - 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 chuyên môn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linhnm@nd.scn / mypt@nd.scn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lớp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Hiệu trưởng (BGH)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hainv@nd.scn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lớp 2 - xuất bản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account của HS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Minh hoạ deny-path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56616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Tái hiện E2E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scripts/qa-studio-e2e.mjs          - full 17 checks trên prod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scripts/capture-studio-e2e-screens.mjs - chụp lại toàn bộ ảnh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scripts/gen-studio-e2e-demo-pptx.mjs   - regen deck này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ý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QA tự cleanup (title QA-%) - không rác trong thư viện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Môn/lớp nên chọn toán 6 hoặc tiếng Anh 6 - đủ YCCĐ + ngân hàng lớn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A-01..A-03 dùng AI thật (7 key Gemini fallback) - có thể chậm 5-70s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2026-10-11T02:26:30Z</dcterms:created>
  <dcterms:modified xsi:type="dcterms:W3CDTF">2026-10-11T02:26:30Z</dcterms:modified>
</cp:coreProperties>
</file>