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So Chu Nhiem 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Huong dan trai nghiem ban dung thu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 khoan demo truong THCS Trial - VieSchool (ma TRIAL01)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Phien ban: thang 10/2026 - chi mo cac tac vu co ban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 DAU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 nhap he thong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 cap link ben duoi, chon 1 trong 4 tai khoan theo vai tro muon trai nghiem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1088136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https://vieschool.com/login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173736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 khoan email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 khau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Dung de trai nghiem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Hieu truong / BGH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hieutruong@trial.scn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Trial@2026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cap truong, xep TKB, so dau bai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chu nhiem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chunhiem@trial.scn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Trial@2026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Diem danh, bao cao ngay, so chu nhiem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bo mon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giaovien@trial.scn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Trial@2026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TKB ca nhan, so dau bai theo tiet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bo mon 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giaovien2@trial.scn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Trial@2026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 khoan phu de xem phan cong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Luu y: day la tai khoan demo - moi truong tach biet hoan toan voi du lieu that.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LIEU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lieu mau da nap san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Truong trial duoc khoi tao voi du lieu thuc te de trai nghiem ngay, khong can nhap them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lop hoc: 6A1, 7A1, 8A1, 9A1 - moi lop 8 hoc sinh (tong 32 HS)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Thoi khoa bieu day du: 120 tiet/tuan, 14 mon hoc, 4 giao vien phan cong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lieu diem danh hom nay: co hoc sinh vang co phep va di muon de xem bao cao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nam hoc dang hoat dong - dung cau truc nam hoc Viet Nam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so hoc sinh day du truong co ban (ten, lop) - mot so truong de trong de khach tu dien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PHAM VI DUNG THU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 chuc nang dang 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 trial chi mo cac tac vu co ban nhat - gon nhe, de lam quen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theo vai tro (hieu truong / GVCN / GVBM)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Diem danh hang ngay theo lop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 co mat / vang co phep / vang khong phep / di muon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Bao cao ngay gui Ban Giam Hieu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 doi ti le chuyen can, lich su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 ly hoc sinh co ban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sach hoc sinh va to, so do cho ngoi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Nhan xet, vi pham, khen thuong, danh gia ren luyen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Thoi khoa bieu va so dau bai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Xem TKB theo lop va theo giao vien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dau bai theo tiet cho GVBM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so ca nhan, doi mat khau, thong bao trong he thong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PHAM VI DUNG THU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 chuc nang tam khoa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 phan he nang cao bi an trong ban dung thu - menu khong hien, truy cap truc tiep se quay ve dashboard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Tuyen sinh, khoan thu hoc phi, bien dong hoc sinh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Hoc ba dien tu, xuat XML, ky so, xet tot nghiep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 thi va danh gia, ngan hang cau hoi, LMS, AI Studio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 vien, y te - BHYT, van thu, dieu dong giao vien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Tich hop he thong (CSDL Bo, VNeID, cong thanh toan)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cap So GD, phan quyen quan tri he thong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Muon mo them chuc nang trong thoi gian dung thu? Lien he doi VieSchool - bat module la dung duoc ngay, khong can cai lai.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KICH BAN GOI 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phut trai nghiem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trinh mau de cam nhan gia tri cua he thong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493776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Buoc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Thao tac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 qua mong doi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Dang nhap chunhiem@trial.scn - vao Diem danh hang ngay, cham diem lop 6A1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Luu diem danh, so lieu cap nhat ngay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Vao Bao cao ngay cho BGH - gui bao cao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Bao cao chuyen sang trang thai da gui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Dang nhap hieutruong@trial.scn - xem Dashboard cap truong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Thay ty le chuyen can, so lop chua nop KPI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Vao Xep thoi khoa bieu - xem TKB 4 lop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Luo TKB day du 5 tiet x 6 ngay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Dang nhap giaovien@trial.scn - xem TKB ca nhan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Lich day cua rieng minh theo tuan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Thu vao 1 chuc nang bi khoa (vd dan link cua BGH)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 thong tu dong quay ve dashboard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 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Bao mat du lieu va cau hoi thuong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lieu moi truong tach biet theo truong - truong khac khong thay du lieu cua ban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Truong trial dung chung he thong voi du lieu demo khac - khong dung de nhap du lieu that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 khau doi duoc ngay trong Ho so ca nhan - Doi mat khau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Het han dung thu: tai khoan co the bi khoa hoac reset du lieu - bao truoc voi doi ban hang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tro: lien he doi VieSchool khi can mo them module, nhap du lieu that, hoac dao tao them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2026-10-31T16:35:04Z</dcterms:created>
  <dcterms:modified xsi:type="dcterms:W3CDTF">2026-10-31T16:35:04Z</dcterms:modified>
</cp:coreProperties>
</file>