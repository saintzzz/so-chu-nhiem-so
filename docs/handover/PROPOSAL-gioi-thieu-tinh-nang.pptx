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CHỦ NHIỆM SỐ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Nền tảng số hóa công tác chủ nhiệm và quản lý trường học - kèm Studio TVC360 soạn học liệu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Thay thế sổ chủ nhiệm giấy bằng quy trình nghiệp vụ số đồng bộ thời gian thực - Tiểu học, THCS, THPT, kể cả mô hình nhiều cơ sở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production: sochunhiem.vieschool.com - sản phẩm đang chạy, không phải bản demo tĩnh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· 24/10/2026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BÀI TOÁN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tác chủ nhiệm đang nằm trên giấy - rời rạc, chậm, khó kiểm soát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Hiện trạng phổ biến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Hệ quả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Sổ chủ nhiệm, sổ đầu bài, sổ điểm giấy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Mất sổ, sai lệch, cuối năm ngồi tổng hợp học bạ thủ công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danh / vắng học ghi rời từng cuốn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BGH và phụ huynh không nắm được tình hình kịp thời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Liên lạc phụ huynh qua giấy mời / điện thoại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lưu vết, không đo được, PH không chủ động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Báo cáo Sở/Phòng tổng hợp Excel tay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 liệu trễ, dễ sai, tốn nhân lực mỗi đợt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Soạn giáo án, ma trận, đề thi làm tay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 mất hàng giờ mỗi tuần cho việc không phải dạy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1206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sự thật nghiệp vụ chỉ ghi một nơi - đồng bộ sang mọi màn hình liên quan (vắng trong sổ đầu bài tự cập nhật điểm danh ngày, báo cáo, thông báo PH)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QUAN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hệ thống trong 1 nền tảng - dữ liệu chung, phân quyền sâu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Thành phần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Phạm vi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Sổ Chủ Nhiệm Số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Chuyên cần - sổ đầu bài - sổ điểm TT22 - rèn luyện - tư vấn - liên lạc PH - hoạt động giáo dục - an toàn HS - thi đua - học bạ số - báo cáo cấp trên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Studio TVC360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Soạn học liệu theo CTGDPT 2018: KHBĐ CV 5512, ma trận, đề kiểm tra, bộ câu hỏi, phiếu học tập, bài trình chiếu - gắn ngân hàng câu hỏi YCCĐ của trường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Portal phụ huynh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Thông báo lớp, tin nhắn GVCN 2 chiều, đặt lịch hẹn, đăng ký hoạt động, xem điểm/chuyên cần của con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Portal học sinh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TKB, điểm, hạnh kiểm, thông báo, học bạ bản thân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Cấp Sở/Phòng/UBND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 tổng hợp các trường, bản tin AI, kiểm tra toàn vẹn dữ liệu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tài khoản - một nguồn dữ liệu - phân quyền đến từng hàng dữ liệu (Row-Level Security)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VAI TRÒ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vai trò đúng mô hình trường Việt Nam - kể cả kiêm nhiệm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trò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Phạm vi dữ liệu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 chủ nhiệm: đủ nghiệp vụ chủ nhiệm + môn mình dạy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GVBM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lớp được phân công, lịch cá nhân, giáo án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 trưởng chuyên môn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Duyệt giáo án/câu hỏi, đánh giá năng lực trong tổ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BGH / PHT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Toàn trường / cơ sở phụ trách: duyệt, TKB, radar, AI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Kế toán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sự, đánh giá cơ sở vật chất TT15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Sở GD&amp;ĐT / UBND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hợp đơn vị, quản trị người dùng (read-only)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Phụ huynh / Học sinh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Chỉ con mình / chỉ bản thân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3492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Kiêm nhiệm thật: GVCN kiêm dạy môn, tổ trưởng đứng lớp - quyền = hợp vai trò, deny thắng xung đột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3 tầng: giao diện (menu theo quyền) - server action (checkActionRole) - database (RLS my_roles())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NGHIỆP VỤ GVCN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 trình chủ nhiệm đầy đủ - từ điểm danh sáng đến học bạ cuối năm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nổi bật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Chuyên cần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danh 4 trạng thái, chọn ngày bất kỳ sửa lại; sổ vắng/muộn theo khoảng ngày; thông báo PH tự động; ma trận HS × ngày phát hiện vắng liên tục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Sổ điểm TT22/2021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Cột động Miệng/15p/1 tiết (HS1), ĐĐGgk (HS2), ĐĐGck (HS3); ĐTBm tự tính đúng công thức; riêng HK1/HK2/cả năm; môn nhận xét hiện Đạt/Chưa đạt; import/export Excel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Sổ đầu bài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trường riêng (bài học/nội dung/nhận xét), đánh dấu vắng từng em, +/− điểm rèn luyện ngay trong form; lưu đồng bộ attendance_records; AI tóm tắt tuần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Rèn luyện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Nhận xét/khen thưởng/vi phạm cộng trừ điểm từng em; xếp loại hạnh kiểm học kỳ; kênh chat riêng với HS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Tư vấn học sinh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Quy trình Tiếp nhận → Đánh giá (AI gợi ý mức) → Chuyển tuyến; trạng thái ca đầy đủ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Phụ huynh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Thông báo lớp/từng em (in-app + email), hộp thư 2 chiều, lịch hẹn xác nhận/từ chối, ban đại diện CMHS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SỔ CHỦ NHIỆM SỐ &amp; HỌC BẠ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quả cuối cùng của công tác chủ nhiệm - số hóa hết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Roster thông minh</a:t>
            </a:r>
            <a:endParaRPr lang="en-US" sz="1300" dirty="0"/>
          </a:p>
          <a:p>
            <a:pPr marL="381000" indent="-3810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Chia tổ tự động, gán Ban cán sự 4 chức danh, tạo + liên kết phụ huynh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Sơ đồ lớp kéo-thả</a:t>
            </a:r>
            <a:endParaRPr lang="en-US" sz="1300" dirty="0"/>
          </a:p>
          <a:p>
            <a:pPr marL="381000" indent="-3810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Thêm/bớt hàng (2-10) cột (2-12) giữ vị trí HS khi resize; lưu + khôi phục nhiều phiên bản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hoạch &amp; chỉ tiêu</a:t>
            </a:r>
            <a:endParaRPr lang="en-US" sz="1300" dirty="0"/>
          </a:p>
          <a:p>
            <a:pPr marL="381000" indent="-3810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Lịch năm học (tay/CSV), AI gợi ý công việc theo tuần/tháng, checklist tháng, sơ kết tuần, đăng ký KPI lớp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bạ số</a:t>
            </a:r>
            <a:endParaRPr lang="en-US" sz="1300" dirty="0"/>
          </a:p>
          <a:p>
            <a:pPr marL="381000" indent="-3810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Điểm HK1/HK2/CN, hạnh kiểm, NLPC, chuyên cần buổi; quyết định cuối năm gợi ý tự động theo TT22 (override bắt buộc căn cứ Điều 9.3)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duyệt 2 lớp</a:t>
            </a:r>
            <a:endParaRPr lang="en-US" sz="1300" dirty="0"/>
          </a:p>
          <a:p>
            <a:pPr marL="381000" indent="-3810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GVCN lưu nháp/trình → BGH duyệt/trả lại kèm lý do → khóa qua đợt duyệt sổ; xuất DOCX/PDF từng HS hoặc cả lớp, watermark BẢN NHÁP khi chưa duyệt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&amp; xuất</a:t>
            </a:r>
            <a:endParaRPr lang="en-US" sz="1300" dirty="0"/>
          </a:p>
          <a:p>
            <a:pPr marL="381000" indent="-3810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 actor/action/entity/payload mọi thao tác; export CSV toàn bộ dữ liệu sổ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TRỊ TRƯỜNG (BGH/PHT)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Điều hành trên số liệu thật - không chờ báo cáo cuối tuần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Chức năng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 tả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 cấp trường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Chuyên cần/học tập/sự cố/cảnh báo toàn trường theo ngày gần nhất có dữ liệu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Radar cảnh báo sớm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Chấm điểm rủi ro HS/lớp (học tập, chuyên cần, tâm lý, an toàn, bỏ học); AI đề xuất can thiệp; workflow tiếp nhận - đóng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Trung tâm phê duyệt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Hàng chờ hoạt động giáo dục, đơn từ các bộ phận - duyệt/từ chối một nơi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Trợ lý điều hành (AI)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Chat hỏi-đáp trên số liệu thật: phê duyệt, sự cố, chuyên cần, cảnh báo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Điều động dạy thay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Phân công GV dạy thay khi GV vắng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TKB toàn trường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Import Excel/template, phân công năm học, điều động; PHT chỉ thấy campus mình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Đánh giá TT15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Cơ sở vật chất theo 5 nhóm tiêu chuẩn, /100, mức 1-4; quản lý phân hiệu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Danh sách GV + phân công; gán vai trò kiêm nhiệm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STUDIO TVC360 - SOẠN HỌC LIỆU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công cụ theo CTGDPT 2018 - nội dung qua gate chất lượng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Mã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Công cụ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Đầu ra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Kế hoạch bài dạy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KHBĐ khung CV 5512 đủ 4 phần; hỗ trợ mẫu riêng của trường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DC-02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 trận đề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YCCĐ × mức độ đúng tỷ lệ; cảnh báo TT22 cho lớp 1-3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DC-03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Đề kiểm tra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Rút từ ngân hàng: đề chính + dự phòng + đáp án + biên bản phản biện; báo THIẾU khi bank thiếu câu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Bộ câu hỏi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Bộ luyện tập theo YCCĐ + đáp án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Phiếu học tập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Phiếu bài tập theo bài học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DC-06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Bài trình chiếu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Slide theo tiến trình KHBĐ - 4 theme, tương tác, nhúng audio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2578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Ngân hàng câu hỏi của trường: 21k+ câu gắn 81/81 YCCĐ - import tay/ảnh-PDF (AI đọc)/Excel - duyệt 2 lớp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Thư viện cá nhân + duyệt - nhận xét - published; kho ngữ liệu ngoài SGK; tra cứu YCCĐ theo môn/khối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LIỆU CÓ TIẾNG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thật nhúng thẳng vào tài liệu và slide - không phải demo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Tính năng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Chi tiết đã verify trên production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Audio bài đọc (A-01)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Đọc toàn bộ passage tiếng Anh - giọng neural, lặp theo câu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Audio từ vựng (A-02)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Đọc danh sách từ để HS nghe và lặp lại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Audio hội thoại (A-03)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giọng khác nhau cho 2 nhân vật - hội thoại nghe được thật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Audio tiếng Việt (V-02)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Đọc văn bản tiếng Việt bằng giọng vi-VN thật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PPTX nhúng audio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WAV/MP3 thật trong ppt/media - PowerPoint phát trực tiếp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Slide tương tác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Đáp án ẩn - click vào câu hỏi mới hiện - chuẩn PowerPoint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theme slide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Navy - Emerald - Plum - Light, đổi bằng 1 chọn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25780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TTS độc lập budget riêng: nội dung luôn có kể cả khi audio lỗi; provider OpenAI → edge-tts → Gemini chọn được bằng env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TRONG HỆ THỐNG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điểm dùng AI thật - provider linh hoạt, có fallback, có bảo mật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67665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Điểm dùng AI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Đầu ra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Trợ lý điều hành (BGH)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Hỏi-đáp trên số liệu thật: phê duyệt, sự cố, chuyên cần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Bản tin Sở/Phòng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hợp số liệu các trường thành bản tin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Radar - gợi ý can thiệp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Bước/người/thời hạn cho từng cảnh báo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Sinh câu hỏi theo YCCĐ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Câu hỏi + lời giải gắn mức nhận thức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Viết lại mô tả sự cố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 tả chuẩn chuyên nghiệp + gợi ý xử lý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Đánh giá ca tư vấn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Gợi ý mức độ + hướng xử lý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Gợi ý công việc tháng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Phân tích lịch năm học → việc đề xuất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Tóm tắt sổ đầu bài tuần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Chuyên cần + nội dung dạy trong tuần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Nhận xét giáo án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chuyên môn khi duyệt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Phân tích lớp / nhận xét / bản tin / thư nháp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Theo dữ liệu lớp thật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589520" y="1737360"/>
            <a:ext cx="4206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cấu hình bằng env - không hard-code</a:t>
            </a:r>
            <a:endParaRPr lang="en-US" sz="1150" dirty="0"/>
          </a:p>
          <a:p>
            <a:pPr marL="381000" indent="-381000">
              <a:spcAft>
                <a:spcPts val="600"/>
              </a:spcAft>
              <a:buSzPct val="100000"/>
              <a:buChar char="–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GEMINI_API_KEY / OPENAI_API_KEY / ANTHROPIC_API_KEY; AI_PROVIDER + AI_MODEL chọn được</a:t>
            </a:r>
            <a:endParaRPr lang="en-US" sz="1150" dirty="0"/>
          </a:p>
          <a:p>
            <a:pPr marL="381000" indent="-381000">
              <a:spcAft>
                <a:spcPts val="600"/>
              </a:spcAft>
              <a:buSzPct val="100000"/>
              <a:buChar char="–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Multi-key fallback: *_API_KEY_2..9 + comma list; model chain tự đổi khi quota/404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 3 tầng</a:t>
            </a:r>
            <a:endParaRPr lang="en-US" sz="1150" dirty="0"/>
          </a:p>
          <a:p>
            <a:pPr marL="381000" indent="-381000">
              <a:spcAft>
                <a:spcPts val="600"/>
              </a:spcAft>
              <a:buSzPct val="100000"/>
              <a:buChar char="–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lỗi/quota → engine async (kết quả về qua callback) → rule-based - tính năng không bao giờ chết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Bảo mật PII</a:t>
            </a:r>
            <a:endParaRPr lang="en-US" sz="1150" dirty="0"/>
          </a:p>
          <a:p>
            <a:pPr marL="381000" indent="-381000">
              <a:spcAft>
                <a:spcPts val="600"/>
              </a:spcAft>
              <a:buSzPct val="100000"/>
              <a:buChar char="–"/>
            </a:pPr>
            <a:r>
              <a:rPr lang="en-US" sz="1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Tên HS/GV được ẩn danh (pseudonymize) trước khi gửi provider ngoài; roster lỗi = không gửi (fail-closed)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CẤP TRÊN &amp; BÁO CÁO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Sở/Phòng/UBND nhìn tổng thể - trường không phải làm báo cáo tay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Sở/Phòng/UBND</a:t>
            </a:r>
            <a:endParaRPr lang="en-US" sz="1350" dirty="0"/>
          </a:p>
          <a:p>
            <a:pPr marL="381000" indent="-3810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hợp các trường thuộc đơn vị: quy mô, chuyên cần, cảnh báo; AI bản tin dept-brief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trị người dùng (Sở)</a:t>
            </a:r>
            <a:endParaRPr lang="en-US" sz="1350" dirty="0"/>
          </a:p>
          <a:p>
            <a:pPr marL="381000" indent="-3810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Danh sách tài khoản các trường trong đơn vị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tra toàn vẹn dữ liệu (Sở)</a:t>
            </a:r>
            <a:endParaRPr lang="en-US" sz="1350" dirty="0"/>
          </a:p>
          <a:p>
            <a:pPr marL="381000" indent="-3810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thiếu GVCN, HS chưa có tổ/phụ huynh, liên kết mồ côi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Xuất dữ liệu đầy đủ</a:t>
            </a:r>
            <a:endParaRPr lang="en-US" sz="1350" dirty="0"/>
          </a:p>
          <a:p>
            <a:pPr marL="381000" indent="-3810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toàn bộ sổ chủ nhiệm; học bạ DOCX/PDF; học liệu DOCX/PDF/PPTX; Excel mọi nơi có nút Tải template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 chức phân cấp thật: Sở → UBND/Phòng → Trường → Cơ sở - mỗi cấp chỉ thấy phạm vi mình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&amp; BẢO MẬT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thật - cách ly dữ liệu ở tầng database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Lớp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Cơ chế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Phân quyền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requireRoles từng route (default-deny) - checkActionRole ở server action - không dựa vào layout guard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Cách ly tenant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Row-Level Security Postgres theo school_id/campus_id: PH chỉ con mình, PHT chỉ campus mình, GV chỉ ghi lớp được phân công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 log mọi mutation quan trọng; check-consistency kiểm tra toàn vẹn trước mỗi release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Anti leo thang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Trigger chặn tự gán vai trò kiêm nhiệm; grant xung đột deny thắng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outbound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PII pseudonymize trước khi gửi; AI_ALLOWED_PROVIDERS/ENDPOINTS gate từng provider và host đích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Chất lượng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49+ CR merge, ~30 vòng external review độc lập (Codex + Gemini web), full regression trước mỗi deploy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BẰNG CHỨNG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Số liệu đo được trên production - không phải slide quảng cáo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Chỉ số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Giá trị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Trạng thái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production - sochunhiem.vieschool.com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Môi trường demo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trường cơ cấu sát thực tế: THCS Nguyễn Du (2 cơ sở), TH Chu Văn An, TH Kim Đồng - ~1.265 HS, 86 cán bộ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Ngân hàng câu hỏi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21k+ câu phủ 81/81 YCCĐ, duyệt 2 lớp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Audio TTS production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A-01/A-02/A-03/V-02 sinh file WAV/MP3 thật; PPTX 361KB chứa media nhúng mở được trong PowerPoint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 coverage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Suite regression chạy mỗi deploy: RBAC, security edge, onboarding, lifecycle, consistency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độc lập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~30 vòng external review (Codex web + Gemini web) - mọi finding có triage, fix và test kèm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309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Đăng nhập demo: anhptl@nd.scn (GVCN) / hainv@nd.scn (BGH) / minhtv@nd.scn (GVBM) - mật khẩu demo1234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NGHIỆP VỤ XUYÊN MODULE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chảy liền mạch - không nhập lại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Vắng trong tiết học: Sổ đầu bài đánh dấu → attendance_records cập nhật → dashboard + tracking thống kê → PH nhận thông báo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Hoạt động giáo dục: GVCN lập kế hoạch → BGH duyệt → công bố → PH đăng ký → GVCN điểm danh + đánh giá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Giáo án: GV soạn (AI) → tổ trưởng duyệt/trả lại kèm nhận xét (AI gợi ý) → GV sửa nộp lại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Kỳ thi: tạo kỳ thi + buổi thi (tay/Excel) → công bố → đề soạn từ Ngân hàng Studio (AI → YCCĐ → duyệt → DC-03 rút đề)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Sự cố an toàn: GVCN ghi nhận (AI viết lại) → xử lý → mức Cao báo BGH → lưu trữ tra cứu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Cảnh báo sớm: chấm điểm rủi ro từ chuyên cần/điểm/sự cố → radar BGH → AI đề xuất → tiếp nhận → đóng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bạ cuối năm: điểm + hạnh kiểm + NLPC + chuyên cần → gợi ý xếp loại TT22 → GVCN trình → BGH duyệt → khóa sổ → xuất DOCX/PDF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Sẵn sàng trình diễn trên dữ liệu thật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Mọi màn hình trong deck này đều đang chạy tại sochunhiem.vieschool.com - đăng nhập vai trò bất kỳ để xem trực tiếp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anhptl@nd.scn (GVCN) · hainv@nd.scn (BGH) · annv@nd.scn (phụ huynh) · baong@nd.scn (học sinh) - mật khẩu demo1234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 + Studio TVC360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2026-10-24T06:17:18Z</dcterms:created>
  <dcterms:modified xsi:type="dcterms:W3CDTF">2026-10-24T06:17:18Z</dcterms:modified>
</cp:coreProperties>
</file>